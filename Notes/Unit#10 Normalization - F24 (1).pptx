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3.xml" ContentType="application/vnd.openxmlformats-officedocument.theme+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9" r:id="rId1"/>
    <p:sldMasterId id="2147483662" r:id="rId2"/>
    <p:sldMasterId id="2147483675" r:id="rId3"/>
    <p:sldMasterId id="2147483712" r:id="rId4"/>
  </p:sldMasterIdLst>
  <p:notesMasterIdLst>
    <p:notesMasterId r:id="rId47"/>
  </p:notesMasterIdLst>
  <p:handoutMasterIdLst>
    <p:handoutMasterId r:id="rId48"/>
  </p:handoutMasterIdLst>
  <p:sldIdLst>
    <p:sldId id="256" r:id="rId5"/>
    <p:sldId id="387" r:id="rId6"/>
    <p:sldId id="431" r:id="rId7"/>
    <p:sldId id="478" r:id="rId8"/>
    <p:sldId id="474" r:id="rId9"/>
    <p:sldId id="476" r:id="rId10"/>
    <p:sldId id="468" r:id="rId11"/>
    <p:sldId id="420" r:id="rId12"/>
    <p:sldId id="421" r:id="rId13"/>
    <p:sldId id="422" r:id="rId14"/>
    <p:sldId id="446" r:id="rId15"/>
    <p:sldId id="477" r:id="rId16"/>
    <p:sldId id="447" r:id="rId17"/>
    <p:sldId id="469" r:id="rId18"/>
    <p:sldId id="471" r:id="rId19"/>
    <p:sldId id="470" r:id="rId20"/>
    <p:sldId id="473" r:id="rId21"/>
    <p:sldId id="426" r:id="rId22"/>
    <p:sldId id="427" r:id="rId23"/>
    <p:sldId id="472" r:id="rId24"/>
    <p:sldId id="448" r:id="rId25"/>
    <p:sldId id="428" r:id="rId26"/>
    <p:sldId id="429" r:id="rId27"/>
    <p:sldId id="449" r:id="rId28"/>
    <p:sldId id="430" r:id="rId29"/>
    <p:sldId id="450" r:id="rId30"/>
    <p:sldId id="451" r:id="rId31"/>
    <p:sldId id="452" r:id="rId32"/>
    <p:sldId id="453" r:id="rId33"/>
    <p:sldId id="454" r:id="rId34"/>
    <p:sldId id="455" r:id="rId35"/>
    <p:sldId id="435" r:id="rId36"/>
    <p:sldId id="436" r:id="rId37"/>
    <p:sldId id="437" r:id="rId38"/>
    <p:sldId id="456" r:id="rId39"/>
    <p:sldId id="457" r:id="rId40"/>
    <p:sldId id="458" r:id="rId41"/>
    <p:sldId id="459" r:id="rId42"/>
    <p:sldId id="460" r:id="rId43"/>
    <p:sldId id="479" r:id="rId44"/>
    <p:sldId id="549" r:id="rId45"/>
    <p:sldId id="548" r:id="rId46"/>
  </p:sldIdLst>
  <p:sldSz cx="9144000" cy="6858000" type="screen4x3"/>
  <p:notesSz cx="6577013" cy="9753600"/>
  <p:defaultTextStyle>
    <a:defPPr>
      <a:defRPr lang="de-AT"/>
    </a:defPPr>
    <a:lvl1pPr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5pPr>
    <a:lvl6pPr marL="2286000" algn="l" defTabSz="914400" rtl="0" eaLnBrk="1" latinLnBrk="0" hangingPunct="1">
      <a:defRPr sz="2400" kern="1200">
        <a:solidFill>
          <a:schemeClr val="tx1"/>
        </a:solidFill>
        <a:latin typeface="Arial" panose="020B0604020202020204" pitchFamily="34" charset="0"/>
        <a:ea typeface="+mn-ea"/>
        <a:cs typeface="+mn-cs"/>
      </a:defRPr>
    </a:lvl6pPr>
    <a:lvl7pPr marL="2743200" algn="l" defTabSz="914400" rtl="0" eaLnBrk="1" latinLnBrk="0" hangingPunct="1">
      <a:defRPr sz="2400" kern="1200">
        <a:solidFill>
          <a:schemeClr val="tx1"/>
        </a:solidFill>
        <a:latin typeface="Arial" panose="020B0604020202020204" pitchFamily="34" charset="0"/>
        <a:ea typeface="+mn-ea"/>
        <a:cs typeface="+mn-cs"/>
      </a:defRPr>
    </a:lvl7pPr>
    <a:lvl8pPr marL="3200400" algn="l" defTabSz="914400" rtl="0" eaLnBrk="1" latinLnBrk="0" hangingPunct="1">
      <a:defRPr sz="2400" kern="1200">
        <a:solidFill>
          <a:schemeClr val="tx1"/>
        </a:solidFill>
        <a:latin typeface="Arial" panose="020B0604020202020204" pitchFamily="34" charset="0"/>
        <a:ea typeface="+mn-ea"/>
        <a:cs typeface="+mn-cs"/>
      </a:defRPr>
    </a:lvl8pPr>
    <a:lvl9pPr marL="3657600" algn="l" defTabSz="914400" rtl="0" eaLnBrk="1" latinLnBrk="0" hangingPunct="1">
      <a:defRPr sz="2400"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800000"/>
    <a:srgbClr val="FF0000"/>
    <a:srgbClr val="006600"/>
    <a:srgbClr val="FFFF66"/>
    <a:srgbClr val="00FF00"/>
    <a:srgbClr val="FFFFCC"/>
    <a:srgbClr val="99CCFF"/>
    <a:srgbClr val="3399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1513" autoAdjust="0"/>
    <p:restoredTop sz="83885" autoAdjust="0"/>
  </p:normalViewPr>
  <p:slideViewPr>
    <p:cSldViewPr>
      <p:cViewPr varScale="1">
        <p:scale>
          <a:sx n="83" d="100"/>
          <a:sy n="83" d="100"/>
        </p:scale>
        <p:origin x="1104" y="67"/>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notesMaster" Target="notesMasters/notesMaster1.xml"/><Relationship Id="rId50" Type="http://schemas.openxmlformats.org/officeDocument/2006/relationships/viewProps" Target="viewProps.xml"/><Relationship Id="rId7" Type="http://schemas.openxmlformats.org/officeDocument/2006/relationships/slide" Target="slides/slide3.xml"/><Relationship Id="rId2" Type="http://schemas.openxmlformats.org/officeDocument/2006/relationships/slideMaster" Target="slideMasters/slideMaster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tableStyles" Target="tableStyles.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handoutMaster" Target="handoutMasters/handoutMaster1.xml"/><Relationship Id="rId8" Type="http://schemas.openxmlformats.org/officeDocument/2006/relationships/slide" Target="slides/slide4.xml"/><Relationship Id="rId51" Type="http://schemas.openxmlformats.org/officeDocument/2006/relationships/theme" Target="theme/theme1.xml"/><Relationship Id="rId3" Type="http://schemas.openxmlformats.org/officeDocument/2006/relationships/slideMaster" Target="slideMasters/slideMaster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0" Type="http://schemas.openxmlformats.org/officeDocument/2006/relationships/slide" Target="slides/slide16.xml"/><Relationship Id="rId41" Type="http://schemas.openxmlformats.org/officeDocument/2006/relationships/slide" Target="slides/slide37.xml"/><Relationship Id="rId1" Type="http://schemas.openxmlformats.org/officeDocument/2006/relationships/slideMaster" Target="slideMasters/slideMaster1.xml"/><Relationship Id="rId6"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9746" name="Rectangle 2">
            <a:extLst>
              <a:ext uri="{FF2B5EF4-FFF2-40B4-BE49-F238E27FC236}">
                <a16:creationId xmlns:a16="http://schemas.microsoft.com/office/drawing/2014/main" id="{4FC108E4-CD2F-6DED-A1E1-F750A879E2AF}"/>
              </a:ext>
            </a:extLst>
          </p:cNvPr>
          <p:cNvSpPr>
            <a:spLocks noGrp="1" noChangeArrowheads="1"/>
          </p:cNvSpPr>
          <p:nvPr>
            <p:ph type="hdr" sz="quarter"/>
          </p:nvPr>
        </p:nvSpPr>
        <p:spPr bwMode="auto">
          <a:xfrm>
            <a:off x="0" y="0"/>
            <a:ext cx="2851150" cy="487363"/>
          </a:xfrm>
          <a:prstGeom prst="rect">
            <a:avLst/>
          </a:prstGeom>
          <a:noFill/>
          <a:ln w="9525">
            <a:noFill/>
            <a:miter lim="800000"/>
            <a:headEnd/>
            <a:tailEnd/>
          </a:ln>
          <a:effectLst/>
        </p:spPr>
        <p:txBody>
          <a:bodyPr vert="horz" wrap="square" lIns="89273" tIns="44636" rIns="89273" bIns="44636" numCol="1" anchor="t" anchorCtr="0" compatLnSpc="1">
            <a:prstTxWarp prst="textNoShape">
              <a:avLst/>
            </a:prstTxWarp>
          </a:bodyPr>
          <a:lstStyle>
            <a:lvl1pPr defTabSz="892175" eaLnBrk="1" hangingPunct="1">
              <a:defRPr sz="1200">
                <a:latin typeface="Arial" charset="0"/>
              </a:defRPr>
            </a:lvl1pPr>
          </a:lstStyle>
          <a:p>
            <a:pPr>
              <a:defRPr/>
            </a:pPr>
            <a:endParaRPr lang="en-GB"/>
          </a:p>
        </p:txBody>
      </p:sp>
      <p:sp>
        <p:nvSpPr>
          <p:cNvPr id="159747" name="Rectangle 3">
            <a:extLst>
              <a:ext uri="{FF2B5EF4-FFF2-40B4-BE49-F238E27FC236}">
                <a16:creationId xmlns:a16="http://schemas.microsoft.com/office/drawing/2014/main" id="{B58572C7-3ED9-C6A2-10BC-39035CAAD67F}"/>
              </a:ext>
            </a:extLst>
          </p:cNvPr>
          <p:cNvSpPr>
            <a:spLocks noGrp="1" noChangeArrowheads="1"/>
          </p:cNvSpPr>
          <p:nvPr>
            <p:ph type="dt" sz="quarter" idx="1"/>
          </p:nvPr>
        </p:nvSpPr>
        <p:spPr bwMode="auto">
          <a:xfrm>
            <a:off x="3725863" y="0"/>
            <a:ext cx="2851150" cy="487363"/>
          </a:xfrm>
          <a:prstGeom prst="rect">
            <a:avLst/>
          </a:prstGeom>
          <a:noFill/>
          <a:ln w="9525">
            <a:noFill/>
            <a:miter lim="800000"/>
            <a:headEnd/>
            <a:tailEnd/>
          </a:ln>
          <a:effectLst/>
        </p:spPr>
        <p:txBody>
          <a:bodyPr vert="horz" wrap="square" lIns="89273" tIns="44636" rIns="89273" bIns="44636" numCol="1" anchor="t" anchorCtr="0" compatLnSpc="1">
            <a:prstTxWarp prst="textNoShape">
              <a:avLst/>
            </a:prstTxWarp>
          </a:bodyPr>
          <a:lstStyle>
            <a:lvl1pPr algn="r" defTabSz="892175" eaLnBrk="1" hangingPunct="1">
              <a:defRPr sz="1200">
                <a:latin typeface="Arial" charset="0"/>
              </a:defRPr>
            </a:lvl1pPr>
          </a:lstStyle>
          <a:p>
            <a:pPr>
              <a:defRPr/>
            </a:pPr>
            <a:endParaRPr lang="en-GB"/>
          </a:p>
        </p:txBody>
      </p:sp>
      <p:sp>
        <p:nvSpPr>
          <p:cNvPr id="159748" name="Rectangle 4">
            <a:extLst>
              <a:ext uri="{FF2B5EF4-FFF2-40B4-BE49-F238E27FC236}">
                <a16:creationId xmlns:a16="http://schemas.microsoft.com/office/drawing/2014/main" id="{9329CC39-7257-28E0-4FCC-AF46406FB80D}"/>
              </a:ext>
            </a:extLst>
          </p:cNvPr>
          <p:cNvSpPr>
            <a:spLocks noGrp="1" noChangeArrowheads="1"/>
          </p:cNvSpPr>
          <p:nvPr>
            <p:ph type="ftr" sz="quarter" idx="2"/>
          </p:nvPr>
        </p:nvSpPr>
        <p:spPr bwMode="auto">
          <a:xfrm>
            <a:off x="0" y="9266238"/>
            <a:ext cx="2851150" cy="487362"/>
          </a:xfrm>
          <a:prstGeom prst="rect">
            <a:avLst/>
          </a:prstGeom>
          <a:noFill/>
          <a:ln w="9525">
            <a:noFill/>
            <a:miter lim="800000"/>
            <a:headEnd/>
            <a:tailEnd/>
          </a:ln>
          <a:effectLst/>
        </p:spPr>
        <p:txBody>
          <a:bodyPr vert="horz" wrap="square" lIns="89273" tIns="44636" rIns="89273" bIns="44636" numCol="1" anchor="b" anchorCtr="0" compatLnSpc="1">
            <a:prstTxWarp prst="textNoShape">
              <a:avLst/>
            </a:prstTxWarp>
          </a:bodyPr>
          <a:lstStyle>
            <a:lvl1pPr defTabSz="892175" eaLnBrk="1" hangingPunct="1">
              <a:defRPr sz="1200">
                <a:latin typeface="Arial" charset="0"/>
              </a:defRPr>
            </a:lvl1pPr>
          </a:lstStyle>
          <a:p>
            <a:pPr>
              <a:defRPr/>
            </a:pPr>
            <a:endParaRPr lang="en-GB"/>
          </a:p>
        </p:txBody>
      </p:sp>
      <p:sp>
        <p:nvSpPr>
          <p:cNvPr id="159749" name="Rectangle 5">
            <a:extLst>
              <a:ext uri="{FF2B5EF4-FFF2-40B4-BE49-F238E27FC236}">
                <a16:creationId xmlns:a16="http://schemas.microsoft.com/office/drawing/2014/main" id="{B3781F52-A64E-CF2F-1921-C81DA0186D39}"/>
              </a:ext>
            </a:extLst>
          </p:cNvPr>
          <p:cNvSpPr>
            <a:spLocks noGrp="1" noChangeArrowheads="1"/>
          </p:cNvSpPr>
          <p:nvPr>
            <p:ph type="sldNum" sz="quarter" idx="3"/>
          </p:nvPr>
        </p:nvSpPr>
        <p:spPr bwMode="auto">
          <a:xfrm>
            <a:off x="3725863" y="9266238"/>
            <a:ext cx="2851150" cy="487362"/>
          </a:xfrm>
          <a:prstGeom prst="rect">
            <a:avLst/>
          </a:prstGeom>
          <a:noFill/>
          <a:ln w="9525">
            <a:noFill/>
            <a:miter lim="800000"/>
            <a:headEnd/>
            <a:tailEnd/>
          </a:ln>
          <a:effectLst/>
        </p:spPr>
        <p:txBody>
          <a:bodyPr vert="horz" wrap="square" lIns="89273" tIns="44636" rIns="89273" bIns="44636" numCol="1" anchor="b" anchorCtr="0" compatLnSpc="1">
            <a:prstTxWarp prst="textNoShape">
              <a:avLst/>
            </a:prstTxWarp>
          </a:bodyPr>
          <a:lstStyle>
            <a:lvl1pPr algn="r" defTabSz="892175" eaLnBrk="1" hangingPunct="1">
              <a:defRPr sz="1200"/>
            </a:lvl1pPr>
          </a:lstStyle>
          <a:p>
            <a:pPr>
              <a:defRPr/>
            </a:pPr>
            <a:fld id="{D85AF684-5F31-4EF2-85AD-0DC5EE83EB1E}" type="slidenum">
              <a:rPr lang="en-GB" altLang="en-US"/>
              <a:pPr>
                <a:defRPr/>
              </a:pPr>
              <a:t>‹#›</a:t>
            </a:fld>
            <a:endParaRPr lang="en-GB"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996AE341-6C8A-3EBE-2A83-01A45AF33525}"/>
              </a:ext>
            </a:extLst>
          </p:cNvPr>
          <p:cNvSpPr>
            <a:spLocks noGrp="1" noChangeArrowheads="1"/>
          </p:cNvSpPr>
          <p:nvPr>
            <p:ph type="hdr" sz="quarter"/>
          </p:nvPr>
        </p:nvSpPr>
        <p:spPr bwMode="auto">
          <a:xfrm>
            <a:off x="0" y="0"/>
            <a:ext cx="2851150" cy="487363"/>
          </a:xfrm>
          <a:prstGeom prst="rect">
            <a:avLst/>
          </a:prstGeom>
          <a:noFill/>
          <a:ln w="9525">
            <a:noFill/>
            <a:miter lim="800000"/>
            <a:headEnd/>
            <a:tailEnd/>
          </a:ln>
          <a:effectLst/>
        </p:spPr>
        <p:txBody>
          <a:bodyPr vert="horz" wrap="square" lIns="89273" tIns="44636" rIns="89273" bIns="44636" numCol="1" anchor="t" anchorCtr="0" compatLnSpc="1">
            <a:prstTxWarp prst="textNoShape">
              <a:avLst/>
            </a:prstTxWarp>
          </a:bodyPr>
          <a:lstStyle>
            <a:lvl1pPr defTabSz="892175" eaLnBrk="1" hangingPunct="1">
              <a:defRPr sz="1200">
                <a:latin typeface="Arial" charset="0"/>
              </a:defRPr>
            </a:lvl1pPr>
          </a:lstStyle>
          <a:p>
            <a:pPr>
              <a:defRPr/>
            </a:pPr>
            <a:endParaRPr lang="de-AT"/>
          </a:p>
        </p:txBody>
      </p:sp>
      <p:sp>
        <p:nvSpPr>
          <p:cNvPr id="6147" name="Rectangle 3">
            <a:extLst>
              <a:ext uri="{FF2B5EF4-FFF2-40B4-BE49-F238E27FC236}">
                <a16:creationId xmlns:a16="http://schemas.microsoft.com/office/drawing/2014/main" id="{FC851427-B412-A277-C116-DBCAC780801D}"/>
              </a:ext>
            </a:extLst>
          </p:cNvPr>
          <p:cNvSpPr>
            <a:spLocks noGrp="1" noChangeArrowheads="1"/>
          </p:cNvSpPr>
          <p:nvPr>
            <p:ph type="dt" idx="1"/>
          </p:nvPr>
        </p:nvSpPr>
        <p:spPr bwMode="auto">
          <a:xfrm>
            <a:off x="3724275" y="0"/>
            <a:ext cx="2851150" cy="487363"/>
          </a:xfrm>
          <a:prstGeom prst="rect">
            <a:avLst/>
          </a:prstGeom>
          <a:noFill/>
          <a:ln w="9525">
            <a:noFill/>
            <a:miter lim="800000"/>
            <a:headEnd/>
            <a:tailEnd/>
          </a:ln>
          <a:effectLst/>
        </p:spPr>
        <p:txBody>
          <a:bodyPr vert="horz" wrap="square" lIns="89273" tIns="44636" rIns="89273" bIns="44636" numCol="1" anchor="t" anchorCtr="0" compatLnSpc="1">
            <a:prstTxWarp prst="textNoShape">
              <a:avLst/>
            </a:prstTxWarp>
          </a:bodyPr>
          <a:lstStyle>
            <a:lvl1pPr algn="r" defTabSz="892175" eaLnBrk="1" hangingPunct="1">
              <a:defRPr sz="1200">
                <a:latin typeface="Arial" charset="0"/>
              </a:defRPr>
            </a:lvl1pPr>
          </a:lstStyle>
          <a:p>
            <a:pPr>
              <a:defRPr/>
            </a:pPr>
            <a:endParaRPr lang="de-AT"/>
          </a:p>
        </p:txBody>
      </p:sp>
      <p:sp>
        <p:nvSpPr>
          <p:cNvPr id="4100" name="Rectangle 4">
            <a:extLst>
              <a:ext uri="{FF2B5EF4-FFF2-40B4-BE49-F238E27FC236}">
                <a16:creationId xmlns:a16="http://schemas.microsoft.com/office/drawing/2014/main" id="{3D58C4CC-73DB-A0A2-44EB-AA3F06F6DC52}"/>
              </a:ext>
            </a:extLst>
          </p:cNvPr>
          <p:cNvSpPr>
            <a:spLocks noGrp="1" noRot="1" noChangeAspect="1" noChangeArrowheads="1" noTextEdit="1"/>
          </p:cNvSpPr>
          <p:nvPr>
            <p:ph type="sldImg" idx="2"/>
          </p:nvPr>
        </p:nvSpPr>
        <p:spPr bwMode="auto">
          <a:xfrm>
            <a:off x="850900" y="731838"/>
            <a:ext cx="4876800" cy="36576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9" name="Rectangle 5">
            <a:extLst>
              <a:ext uri="{FF2B5EF4-FFF2-40B4-BE49-F238E27FC236}">
                <a16:creationId xmlns:a16="http://schemas.microsoft.com/office/drawing/2014/main" id="{0164637E-DCFE-653B-54A6-321C841C54A6}"/>
              </a:ext>
            </a:extLst>
          </p:cNvPr>
          <p:cNvSpPr>
            <a:spLocks noGrp="1" noChangeArrowheads="1"/>
          </p:cNvSpPr>
          <p:nvPr>
            <p:ph type="body" sz="quarter" idx="3"/>
          </p:nvPr>
        </p:nvSpPr>
        <p:spPr bwMode="auto">
          <a:xfrm>
            <a:off x="657225" y="4633913"/>
            <a:ext cx="5262563" cy="4387850"/>
          </a:xfrm>
          <a:prstGeom prst="rect">
            <a:avLst/>
          </a:prstGeom>
          <a:noFill/>
          <a:ln w="9525">
            <a:noFill/>
            <a:miter lim="800000"/>
            <a:headEnd/>
            <a:tailEnd/>
          </a:ln>
          <a:effectLst/>
        </p:spPr>
        <p:txBody>
          <a:bodyPr vert="horz" wrap="square" lIns="89273" tIns="44636" rIns="89273" bIns="44636" numCol="1" anchor="t" anchorCtr="0" compatLnSpc="1">
            <a:prstTxWarp prst="textNoShape">
              <a:avLst/>
            </a:prstTxWarp>
          </a:bodyPr>
          <a:lstStyle/>
          <a:p>
            <a:pPr lvl="0"/>
            <a:r>
              <a:rPr lang="de-AT" noProof="0"/>
              <a:t>Click to edit Master text styles</a:t>
            </a:r>
          </a:p>
          <a:p>
            <a:pPr lvl="1"/>
            <a:r>
              <a:rPr lang="de-AT" noProof="0"/>
              <a:t>Second level</a:t>
            </a:r>
          </a:p>
          <a:p>
            <a:pPr lvl="2"/>
            <a:r>
              <a:rPr lang="de-AT" noProof="0"/>
              <a:t>Third level</a:t>
            </a:r>
          </a:p>
          <a:p>
            <a:pPr lvl="3"/>
            <a:r>
              <a:rPr lang="de-AT" noProof="0"/>
              <a:t>Fourth level</a:t>
            </a:r>
          </a:p>
          <a:p>
            <a:pPr lvl="4"/>
            <a:r>
              <a:rPr lang="de-AT" noProof="0"/>
              <a:t>Fifth level</a:t>
            </a:r>
          </a:p>
        </p:txBody>
      </p:sp>
      <p:sp>
        <p:nvSpPr>
          <p:cNvPr id="6150" name="Rectangle 6">
            <a:extLst>
              <a:ext uri="{FF2B5EF4-FFF2-40B4-BE49-F238E27FC236}">
                <a16:creationId xmlns:a16="http://schemas.microsoft.com/office/drawing/2014/main" id="{124DFA4B-A3BB-90DF-4286-1722F3395987}"/>
              </a:ext>
            </a:extLst>
          </p:cNvPr>
          <p:cNvSpPr>
            <a:spLocks noGrp="1" noChangeArrowheads="1"/>
          </p:cNvSpPr>
          <p:nvPr>
            <p:ph type="ftr" sz="quarter" idx="4"/>
          </p:nvPr>
        </p:nvSpPr>
        <p:spPr bwMode="auto">
          <a:xfrm>
            <a:off x="0" y="9264650"/>
            <a:ext cx="2851150" cy="487363"/>
          </a:xfrm>
          <a:prstGeom prst="rect">
            <a:avLst/>
          </a:prstGeom>
          <a:noFill/>
          <a:ln w="9525">
            <a:noFill/>
            <a:miter lim="800000"/>
            <a:headEnd/>
            <a:tailEnd/>
          </a:ln>
          <a:effectLst/>
        </p:spPr>
        <p:txBody>
          <a:bodyPr vert="horz" wrap="square" lIns="89273" tIns="44636" rIns="89273" bIns="44636" numCol="1" anchor="b" anchorCtr="0" compatLnSpc="1">
            <a:prstTxWarp prst="textNoShape">
              <a:avLst/>
            </a:prstTxWarp>
          </a:bodyPr>
          <a:lstStyle>
            <a:lvl1pPr defTabSz="892175" eaLnBrk="1" hangingPunct="1">
              <a:defRPr sz="1200">
                <a:latin typeface="Arial" charset="0"/>
              </a:defRPr>
            </a:lvl1pPr>
          </a:lstStyle>
          <a:p>
            <a:pPr>
              <a:defRPr/>
            </a:pPr>
            <a:endParaRPr lang="de-AT"/>
          </a:p>
        </p:txBody>
      </p:sp>
      <p:sp>
        <p:nvSpPr>
          <p:cNvPr id="6151" name="Rectangle 7">
            <a:extLst>
              <a:ext uri="{FF2B5EF4-FFF2-40B4-BE49-F238E27FC236}">
                <a16:creationId xmlns:a16="http://schemas.microsoft.com/office/drawing/2014/main" id="{0ECD8A27-B8AD-A94B-1A9E-54D4F92035D4}"/>
              </a:ext>
            </a:extLst>
          </p:cNvPr>
          <p:cNvSpPr>
            <a:spLocks noGrp="1" noChangeArrowheads="1"/>
          </p:cNvSpPr>
          <p:nvPr>
            <p:ph type="sldNum" sz="quarter" idx="5"/>
          </p:nvPr>
        </p:nvSpPr>
        <p:spPr bwMode="auto">
          <a:xfrm>
            <a:off x="3724275" y="9264650"/>
            <a:ext cx="2851150" cy="487363"/>
          </a:xfrm>
          <a:prstGeom prst="rect">
            <a:avLst/>
          </a:prstGeom>
          <a:noFill/>
          <a:ln w="9525">
            <a:noFill/>
            <a:miter lim="800000"/>
            <a:headEnd/>
            <a:tailEnd/>
          </a:ln>
          <a:effectLst/>
        </p:spPr>
        <p:txBody>
          <a:bodyPr vert="horz" wrap="square" lIns="89273" tIns="44636" rIns="89273" bIns="44636" numCol="1" anchor="b" anchorCtr="0" compatLnSpc="1">
            <a:prstTxWarp prst="textNoShape">
              <a:avLst/>
            </a:prstTxWarp>
          </a:bodyPr>
          <a:lstStyle>
            <a:lvl1pPr algn="r" defTabSz="892175" eaLnBrk="1" hangingPunct="1">
              <a:defRPr sz="1200"/>
            </a:lvl1pPr>
          </a:lstStyle>
          <a:p>
            <a:pPr>
              <a:defRPr/>
            </a:pPr>
            <a:fld id="{8B3B37B0-863C-4EB0-87FB-266F4BB477A1}" type="slidenum">
              <a:rPr lang="de-AT" altLang="en-US"/>
              <a:pPr>
                <a:defRPr/>
              </a:pPr>
              <a:t>‹#›</a:t>
            </a:fld>
            <a:endParaRPr lang="de-AT"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7">
            <a:extLst>
              <a:ext uri="{FF2B5EF4-FFF2-40B4-BE49-F238E27FC236}">
                <a16:creationId xmlns:a16="http://schemas.microsoft.com/office/drawing/2014/main" id="{0A4DF51B-A5B5-1AB4-FB2B-459DDC201D1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92175">
              <a:spcBef>
                <a:spcPct val="30000"/>
              </a:spcBef>
              <a:defRPr sz="1200">
                <a:solidFill>
                  <a:schemeClr val="tx1"/>
                </a:solidFill>
                <a:latin typeface="Arial" panose="020B0604020202020204" pitchFamily="34" charset="0"/>
              </a:defRPr>
            </a:lvl1pPr>
            <a:lvl2pPr marL="742950" indent="-285750" defTabSz="892175">
              <a:spcBef>
                <a:spcPct val="30000"/>
              </a:spcBef>
              <a:defRPr sz="1200">
                <a:solidFill>
                  <a:schemeClr val="tx1"/>
                </a:solidFill>
                <a:latin typeface="Arial" panose="020B0604020202020204" pitchFamily="34" charset="0"/>
              </a:defRPr>
            </a:lvl2pPr>
            <a:lvl3pPr marL="1143000" indent="-228600" defTabSz="892175">
              <a:spcBef>
                <a:spcPct val="30000"/>
              </a:spcBef>
              <a:defRPr sz="1200">
                <a:solidFill>
                  <a:schemeClr val="tx1"/>
                </a:solidFill>
                <a:latin typeface="Arial" panose="020B0604020202020204" pitchFamily="34" charset="0"/>
              </a:defRPr>
            </a:lvl3pPr>
            <a:lvl4pPr marL="1600200" indent="-228600" defTabSz="892175">
              <a:spcBef>
                <a:spcPct val="30000"/>
              </a:spcBef>
              <a:defRPr sz="1200">
                <a:solidFill>
                  <a:schemeClr val="tx1"/>
                </a:solidFill>
                <a:latin typeface="Arial" panose="020B0604020202020204" pitchFamily="34" charset="0"/>
              </a:defRPr>
            </a:lvl4pPr>
            <a:lvl5pPr marL="2057400" indent="-228600" defTabSz="892175">
              <a:spcBef>
                <a:spcPct val="30000"/>
              </a:spcBef>
              <a:defRPr sz="1200">
                <a:solidFill>
                  <a:schemeClr val="tx1"/>
                </a:solidFill>
                <a:latin typeface="Arial" panose="020B0604020202020204" pitchFamily="34" charset="0"/>
              </a:defRPr>
            </a:lvl5pPr>
            <a:lvl6pPr marL="2514600" indent="-228600" defTabSz="892175"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892175"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892175"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892175"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53C0E59E-3FB9-4E5C-B9B7-E1BFA3828A15}" type="slidenum">
              <a:rPr lang="de-AT" altLang="en-US" smtClean="0"/>
              <a:pPr>
                <a:spcBef>
                  <a:spcPct val="0"/>
                </a:spcBef>
              </a:pPr>
              <a:t>1</a:t>
            </a:fld>
            <a:endParaRPr lang="de-AT" altLang="en-US"/>
          </a:p>
        </p:txBody>
      </p:sp>
      <p:sp>
        <p:nvSpPr>
          <p:cNvPr id="7171" name="Rectangle 2">
            <a:extLst>
              <a:ext uri="{FF2B5EF4-FFF2-40B4-BE49-F238E27FC236}">
                <a16:creationId xmlns:a16="http://schemas.microsoft.com/office/drawing/2014/main" id="{813FD8C0-DF91-A03D-A018-E78650CDAB97}"/>
              </a:ext>
            </a:extLst>
          </p:cNvPr>
          <p:cNvSpPr>
            <a:spLocks noGrp="1" noRot="1" noChangeAspect="1" noChangeArrowheads="1" noTextEdit="1"/>
          </p:cNvSpPr>
          <p:nvPr>
            <p:ph type="sldImg"/>
          </p:nvPr>
        </p:nvSpPr>
        <p:spPr>
          <a:ln/>
        </p:spPr>
      </p:sp>
      <p:sp>
        <p:nvSpPr>
          <p:cNvPr id="7172" name="Rectangle 3">
            <a:extLst>
              <a:ext uri="{FF2B5EF4-FFF2-40B4-BE49-F238E27FC236}">
                <a16:creationId xmlns:a16="http://schemas.microsoft.com/office/drawing/2014/main" id="{24FBD83E-8C3A-2956-C9A7-CC049514863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Slide Image Placeholder 1">
            <a:extLst>
              <a:ext uri="{FF2B5EF4-FFF2-40B4-BE49-F238E27FC236}">
                <a16:creationId xmlns:a16="http://schemas.microsoft.com/office/drawing/2014/main" id="{EAA43CF9-15AF-A521-A3CE-9049C1B5519B}"/>
              </a:ext>
            </a:extLst>
          </p:cNvPr>
          <p:cNvSpPr>
            <a:spLocks noGrp="1" noRot="1" noChangeAspect="1" noChangeArrowheads="1" noTextEdit="1"/>
          </p:cNvSpPr>
          <p:nvPr>
            <p:ph type="sldImg"/>
          </p:nvPr>
        </p:nvSpPr>
        <p:spPr>
          <a:ln/>
        </p:spPr>
      </p:sp>
      <p:sp>
        <p:nvSpPr>
          <p:cNvPr id="96259" name="Notes Placeholder 2">
            <a:extLst>
              <a:ext uri="{FF2B5EF4-FFF2-40B4-BE49-F238E27FC236}">
                <a16:creationId xmlns:a16="http://schemas.microsoft.com/office/drawing/2014/main" id="{D534ABF6-AEF7-70E1-B84C-D52E0F7BD78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
        <p:nvSpPr>
          <p:cNvPr id="96260" name="Slide Number Placeholder 3">
            <a:extLst>
              <a:ext uri="{FF2B5EF4-FFF2-40B4-BE49-F238E27FC236}">
                <a16:creationId xmlns:a16="http://schemas.microsoft.com/office/drawing/2014/main" id="{522DF649-CD8C-E2DC-63F8-2360EC4CD0C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33BDED0-B2D7-4C86-BDE7-6478177757F0}" type="slidenum">
              <a:rPr kumimoji="0" lang="en-US" altLang="en-US" sz="1200" b="0" i="0" u="none" strike="noStrike" kern="1200" cap="none" spc="0" normalizeH="0" baseline="0" noProof="0" smtClean="0">
                <a:ln>
                  <a:noFill/>
                </a:ln>
                <a:solidFill>
                  <a:srgbClr val="000000"/>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41</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7">
            <a:extLst>
              <a:ext uri="{FF2B5EF4-FFF2-40B4-BE49-F238E27FC236}">
                <a16:creationId xmlns:a16="http://schemas.microsoft.com/office/drawing/2014/main" id="{E35D723C-C9C7-A568-FCF7-4EB6D646C92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92175">
              <a:spcBef>
                <a:spcPct val="30000"/>
              </a:spcBef>
              <a:defRPr sz="1200">
                <a:solidFill>
                  <a:schemeClr val="tx1"/>
                </a:solidFill>
                <a:latin typeface="Arial" panose="020B0604020202020204" pitchFamily="34" charset="0"/>
              </a:defRPr>
            </a:lvl1pPr>
            <a:lvl2pPr marL="742950" indent="-285750" defTabSz="892175">
              <a:spcBef>
                <a:spcPct val="30000"/>
              </a:spcBef>
              <a:defRPr sz="1200">
                <a:solidFill>
                  <a:schemeClr val="tx1"/>
                </a:solidFill>
                <a:latin typeface="Arial" panose="020B0604020202020204" pitchFamily="34" charset="0"/>
              </a:defRPr>
            </a:lvl2pPr>
            <a:lvl3pPr marL="1143000" indent="-228600" defTabSz="892175">
              <a:spcBef>
                <a:spcPct val="30000"/>
              </a:spcBef>
              <a:defRPr sz="1200">
                <a:solidFill>
                  <a:schemeClr val="tx1"/>
                </a:solidFill>
                <a:latin typeface="Arial" panose="020B0604020202020204" pitchFamily="34" charset="0"/>
              </a:defRPr>
            </a:lvl3pPr>
            <a:lvl4pPr marL="1600200" indent="-228600" defTabSz="892175">
              <a:spcBef>
                <a:spcPct val="30000"/>
              </a:spcBef>
              <a:defRPr sz="1200">
                <a:solidFill>
                  <a:schemeClr val="tx1"/>
                </a:solidFill>
                <a:latin typeface="Arial" panose="020B0604020202020204" pitchFamily="34" charset="0"/>
              </a:defRPr>
            </a:lvl4pPr>
            <a:lvl5pPr marL="2057400" indent="-228600" defTabSz="892175">
              <a:spcBef>
                <a:spcPct val="30000"/>
              </a:spcBef>
              <a:defRPr sz="1200">
                <a:solidFill>
                  <a:schemeClr val="tx1"/>
                </a:solidFill>
                <a:latin typeface="Arial" panose="020B0604020202020204" pitchFamily="34" charset="0"/>
              </a:defRPr>
            </a:lvl5pPr>
            <a:lvl6pPr marL="2514600" indent="-228600" defTabSz="892175"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892175"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892175"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892175"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AD7620E5-E56A-49FA-9155-1FDAD0A7E276}" type="slidenum">
              <a:rPr lang="de-AT" altLang="en-US" smtClean="0">
                <a:solidFill>
                  <a:srgbClr val="000000"/>
                </a:solidFill>
              </a:rPr>
              <a:pPr>
                <a:spcBef>
                  <a:spcPct val="0"/>
                </a:spcBef>
              </a:pPr>
              <a:t>42</a:t>
            </a:fld>
            <a:endParaRPr lang="de-AT" altLang="en-US">
              <a:solidFill>
                <a:srgbClr val="000000"/>
              </a:solidFill>
            </a:endParaRPr>
          </a:p>
        </p:txBody>
      </p:sp>
      <p:sp>
        <p:nvSpPr>
          <p:cNvPr id="98307" name="Rectangle 2">
            <a:extLst>
              <a:ext uri="{FF2B5EF4-FFF2-40B4-BE49-F238E27FC236}">
                <a16:creationId xmlns:a16="http://schemas.microsoft.com/office/drawing/2014/main" id="{C6836BE6-20E4-351B-BC60-248E1316EE70}"/>
              </a:ext>
            </a:extLst>
          </p:cNvPr>
          <p:cNvSpPr>
            <a:spLocks noGrp="1" noRot="1" noChangeAspect="1" noChangeArrowheads="1" noTextEdit="1"/>
          </p:cNvSpPr>
          <p:nvPr>
            <p:ph type="sldImg"/>
          </p:nvPr>
        </p:nvSpPr>
        <p:spPr>
          <a:ln/>
        </p:spPr>
      </p:sp>
      <p:sp>
        <p:nvSpPr>
          <p:cNvPr id="98308" name="Rectangle 3">
            <a:extLst>
              <a:ext uri="{FF2B5EF4-FFF2-40B4-BE49-F238E27FC236}">
                <a16:creationId xmlns:a16="http://schemas.microsoft.com/office/drawing/2014/main" id="{FC398F3C-1D53-AF59-20A3-2AC1A709E73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4">
            <a:extLst>
              <a:ext uri="{FF2B5EF4-FFF2-40B4-BE49-F238E27FC236}">
                <a16:creationId xmlns:a16="http://schemas.microsoft.com/office/drawing/2014/main" id="{0F7E4ED8-BABB-E768-FBBE-96D2771D1F56}"/>
              </a:ext>
            </a:extLst>
          </p:cNvPr>
          <p:cNvSpPr>
            <a:spLocks noGrp="1" noChangeArrowheads="1"/>
          </p:cNvSpPr>
          <p:nvPr>
            <p:ph type="dt" sz="half" idx="10"/>
          </p:nvPr>
        </p:nvSpPr>
        <p:spPr>
          <a:ln/>
        </p:spPr>
        <p:txBody>
          <a:bodyPr/>
          <a:lstStyle>
            <a:lvl1pPr>
              <a:defRPr/>
            </a:lvl1pPr>
          </a:lstStyle>
          <a:p>
            <a:pPr>
              <a:defRPr/>
            </a:pPr>
            <a:endParaRPr lang="de-DE"/>
          </a:p>
        </p:txBody>
      </p:sp>
    </p:spTree>
    <p:extLst>
      <p:ext uri="{BB962C8B-B14F-4D97-AF65-F5344CB8AC3E}">
        <p14:creationId xmlns:p14="http://schemas.microsoft.com/office/powerpoint/2010/main" val="31373482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1133B0E8-5351-053A-7982-A2CBD91D30AE}"/>
              </a:ext>
            </a:extLst>
          </p:cNvPr>
          <p:cNvSpPr>
            <a:spLocks noGrp="1" noChangeArrowheads="1"/>
          </p:cNvSpPr>
          <p:nvPr>
            <p:ph type="dt" sz="half" idx="10"/>
          </p:nvPr>
        </p:nvSpPr>
        <p:spPr>
          <a:ln/>
        </p:spPr>
        <p:txBody>
          <a:bodyPr/>
          <a:lstStyle>
            <a:lvl1pPr>
              <a:defRPr/>
            </a:lvl1pPr>
          </a:lstStyle>
          <a:p>
            <a:pPr>
              <a:defRPr/>
            </a:pPr>
            <a:endParaRPr lang="de-DE"/>
          </a:p>
        </p:txBody>
      </p:sp>
    </p:spTree>
    <p:extLst>
      <p:ext uri="{BB962C8B-B14F-4D97-AF65-F5344CB8AC3E}">
        <p14:creationId xmlns:p14="http://schemas.microsoft.com/office/powerpoint/2010/main" val="15558067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a:extLst>
              <a:ext uri="{FF2B5EF4-FFF2-40B4-BE49-F238E27FC236}">
                <a16:creationId xmlns:a16="http://schemas.microsoft.com/office/drawing/2014/main" id="{13A11658-76C9-AFBD-6BB1-073F16A6DD6E}"/>
              </a:ext>
            </a:extLst>
          </p:cNvPr>
          <p:cNvSpPr>
            <a:spLocks noGrp="1" noChangeArrowheads="1"/>
          </p:cNvSpPr>
          <p:nvPr>
            <p:ph type="dt" sz="half" idx="10"/>
          </p:nvPr>
        </p:nvSpPr>
        <p:spPr>
          <a:ln/>
        </p:spPr>
        <p:txBody>
          <a:bodyPr/>
          <a:lstStyle>
            <a:lvl1pPr>
              <a:defRPr/>
            </a:lvl1pPr>
          </a:lstStyle>
          <a:p>
            <a:pPr>
              <a:defRPr/>
            </a:pPr>
            <a:endParaRPr lang="de-DE"/>
          </a:p>
        </p:txBody>
      </p:sp>
    </p:spTree>
    <p:extLst>
      <p:ext uri="{BB962C8B-B14F-4D97-AF65-F5344CB8AC3E}">
        <p14:creationId xmlns:p14="http://schemas.microsoft.com/office/powerpoint/2010/main" val="13502724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33388" y="1524000"/>
            <a:ext cx="4062412" cy="46418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524000"/>
            <a:ext cx="4062413" cy="46418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a:extLst>
              <a:ext uri="{FF2B5EF4-FFF2-40B4-BE49-F238E27FC236}">
                <a16:creationId xmlns:a16="http://schemas.microsoft.com/office/drawing/2014/main" id="{DC9C6604-818B-F261-D1DF-1F95436F0CA7}"/>
              </a:ext>
            </a:extLst>
          </p:cNvPr>
          <p:cNvSpPr>
            <a:spLocks noGrp="1" noChangeArrowheads="1"/>
          </p:cNvSpPr>
          <p:nvPr>
            <p:ph type="dt" sz="half" idx="10"/>
          </p:nvPr>
        </p:nvSpPr>
        <p:spPr>
          <a:ln/>
        </p:spPr>
        <p:txBody>
          <a:bodyPr/>
          <a:lstStyle>
            <a:lvl1pPr>
              <a:defRPr/>
            </a:lvl1pPr>
          </a:lstStyle>
          <a:p>
            <a:pPr>
              <a:defRPr/>
            </a:pPr>
            <a:endParaRPr lang="de-DE"/>
          </a:p>
        </p:txBody>
      </p:sp>
    </p:spTree>
    <p:extLst>
      <p:ext uri="{BB962C8B-B14F-4D97-AF65-F5344CB8AC3E}">
        <p14:creationId xmlns:p14="http://schemas.microsoft.com/office/powerpoint/2010/main" val="11900918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a:extLst>
              <a:ext uri="{FF2B5EF4-FFF2-40B4-BE49-F238E27FC236}">
                <a16:creationId xmlns:a16="http://schemas.microsoft.com/office/drawing/2014/main" id="{19248282-09C9-D5F1-9690-33F2B9F0906D}"/>
              </a:ext>
            </a:extLst>
          </p:cNvPr>
          <p:cNvSpPr>
            <a:spLocks noGrp="1" noChangeArrowheads="1"/>
          </p:cNvSpPr>
          <p:nvPr>
            <p:ph type="dt" sz="half" idx="10"/>
          </p:nvPr>
        </p:nvSpPr>
        <p:spPr>
          <a:ln/>
        </p:spPr>
        <p:txBody>
          <a:bodyPr/>
          <a:lstStyle>
            <a:lvl1pPr>
              <a:defRPr/>
            </a:lvl1pPr>
          </a:lstStyle>
          <a:p>
            <a:pPr>
              <a:defRPr/>
            </a:pPr>
            <a:endParaRPr lang="de-DE"/>
          </a:p>
        </p:txBody>
      </p:sp>
    </p:spTree>
    <p:extLst>
      <p:ext uri="{BB962C8B-B14F-4D97-AF65-F5344CB8AC3E}">
        <p14:creationId xmlns:p14="http://schemas.microsoft.com/office/powerpoint/2010/main" val="19455677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a:extLst>
              <a:ext uri="{FF2B5EF4-FFF2-40B4-BE49-F238E27FC236}">
                <a16:creationId xmlns:a16="http://schemas.microsoft.com/office/drawing/2014/main" id="{D026E462-016F-E34E-CA3C-F8C4AA567F8F}"/>
              </a:ext>
            </a:extLst>
          </p:cNvPr>
          <p:cNvSpPr>
            <a:spLocks noGrp="1" noChangeArrowheads="1"/>
          </p:cNvSpPr>
          <p:nvPr>
            <p:ph type="dt" sz="half" idx="10"/>
          </p:nvPr>
        </p:nvSpPr>
        <p:spPr>
          <a:ln/>
        </p:spPr>
        <p:txBody>
          <a:bodyPr/>
          <a:lstStyle>
            <a:lvl1pPr>
              <a:defRPr/>
            </a:lvl1pPr>
          </a:lstStyle>
          <a:p>
            <a:pPr>
              <a:defRPr/>
            </a:pPr>
            <a:endParaRPr lang="de-DE"/>
          </a:p>
        </p:txBody>
      </p:sp>
    </p:spTree>
    <p:extLst>
      <p:ext uri="{BB962C8B-B14F-4D97-AF65-F5344CB8AC3E}">
        <p14:creationId xmlns:p14="http://schemas.microsoft.com/office/powerpoint/2010/main" val="22620589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F4FF9222-FA0F-0F3B-9C0A-96A2B4415370}"/>
              </a:ext>
            </a:extLst>
          </p:cNvPr>
          <p:cNvSpPr>
            <a:spLocks noGrp="1" noChangeArrowheads="1"/>
          </p:cNvSpPr>
          <p:nvPr>
            <p:ph type="dt" sz="half" idx="10"/>
          </p:nvPr>
        </p:nvSpPr>
        <p:spPr>
          <a:ln/>
        </p:spPr>
        <p:txBody>
          <a:bodyPr/>
          <a:lstStyle>
            <a:lvl1pPr>
              <a:defRPr/>
            </a:lvl1pPr>
          </a:lstStyle>
          <a:p>
            <a:pPr>
              <a:defRPr/>
            </a:pPr>
            <a:endParaRPr lang="de-DE"/>
          </a:p>
        </p:txBody>
      </p:sp>
    </p:spTree>
    <p:extLst>
      <p:ext uri="{BB962C8B-B14F-4D97-AF65-F5344CB8AC3E}">
        <p14:creationId xmlns:p14="http://schemas.microsoft.com/office/powerpoint/2010/main" val="27875341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74232250-1C1D-9B01-8F34-8395006900DD}"/>
              </a:ext>
            </a:extLst>
          </p:cNvPr>
          <p:cNvSpPr>
            <a:spLocks noGrp="1" noChangeArrowheads="1"/>
          </p:cNvSpPr>
          <p:nvPr>
            <p:ph type="dt" sz="half" idx="10"/>
          </p:nvPr>
        </p:nvSpPr>
        <p:spPr>
          <a:ln/>
        </p:spPr>
        <p:txBody>
          <a:bodyPr/>
          <a:lstStyle>
            <a:lvl1pPr>
              <a:defRPr/>
            </a:lvl1pPr>
          </a:lstStyle>
          <a:p>
            <a:pPr>
              <a:defRPr/>
            </a:pPr>
            <a:endParaRPr lang="de-DE"/>
          </a:p>
        </p:txBody>
      </p:sp>
    </p:spTree>
    <p:extLst>
      <p:ext uri="{BB962C8B-B14F-4D97-AF65-F5344CB8AC3E}">
        <p14:creationId xmlns:p14="http://schemas.microsoft.com/office/powerpoint/2010/main" val="34801881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BEE4069A-B41F-34E4-9E7A-B4C21297655C}"/>
              </a:ext>
            </a:extLst>
          </p:cNvPr>
          <p:cNvSpPr>
            <a:spLocks noGrp="1" noChangeArrowheads="1"/>
          </p:cNvSpPr>
          <p:nvPr>
            <p:ph type="dt" sz="half" idx="10"/>
          </p:nvPr>
        </p:nvSpPr>
        <p:spPr>
          <a:ln/>
        </p:spPr>
        <p:txBody>
          <a:bodyPr/>
          <a:lstStyle>
            <a:lvl1pPr>
              <a:defRPr/>
            </a:lvl1pPr>
          </a:lstStyle>
          <a:p>
            <a:pPr>
              <a:defRPr/>
            </a:pPr>
            <a:endParaRPr lang="de-DE"/>
          </a:p>
        </p:txBody>
      </p:sp>
    </p:spTree>
    <p:extLst>
      <p:ext uri="{BB962C8B-B14F-4D97-AF65-F5344CB8AC3E}">
        <p14:creationId xmlns:p14="http://schemas.microsoft.com/office/powerpoint/2010/main" val="22328080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E47486ED-C9A7-C650-EB01-5B57B29B037D}"/>
              </a:ext>
            </a:extLst>
          </p:cNvPr>
          <p:cNvSpPr>
            <a:spLocks noGrp="1" noChangeArrowheads="1"/>
          </p:cNvSpPr>
          <p:nvPr>
            <p:ph type="dt" sz="half" idx="10"/>
          </p:nvPr>
        </p:nvSpPr>
        <p:spPr>
          <a:ln/>
        </p:spPr>
        <p:txBody>
          <a:bodyPr/>
          <a:lstStyle>
            <a:lvl1pPr>
              <a:defRPr/>
            </a:lvl1pPr>
          </a:lstStyle>
          <a:p>
            <a:pPr>
              <a:defRPr/>
            </a:pPr>
            <a:endParaRPr lang="de-DE"/>
          </a:p>
        </p:txBody>
      </p:sp>
    </p:spTree>
    <p:extLst>
      <p:ext uri="{BB962C8B-B14F-4D97-AF65-F5344CB8AC3E}">
        <p14:creationId xmlns:p14="http://schemas.microsoft.com/office/powerpoint/2010/main" val="16658483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42100" y="228600"/>
            <a:ext cx="2068513" cy="593725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33388" y="228600"/>
            <a:ext cx="6056312" cy="59372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7568AEF3-4697-9E14-AA81-64C61F1D1E7E}"/>
              </a:ext>
            </a:extLst>
          </p:cNvPr>
          <p:cNvSpPr>
            <a:spLocks noGrp="1" noChangeArrowheads="1"/>
          </p:cNvSpPr>
          <p:nvPr>
            <p:ph type="dt" sz="half" idx="10"/>
          </p:nvPr>
        </p:nvSpPr>
        <p:spPr>
          <a:ln/>
        </p:spPr>
        <p:txBody>
          <a:bodyPr/>
          <a:lstStyle>
            <a:lvl1pPr>
              <a:defRPr/>
            </a:lvl1pPr>
          </a:lstStyle>
          <a:p>
            <a:pPr>
              <a:defRPr/>
            </a:pPr>
            <a:endParaRPr lang="de-DE"/>
          </a:p>
        </p:txBody>
      </p:sp>
    </p:spTree>
    <p:extLst>
      <p:ext uri="{BB962C8B-B14F-4D97-AF65-F5344CB8AC3E}">
        <p14:creationId xmlns:p14="http://schemas.microsoft.com/office/powerpoint/2010/main" val="226447763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33388" y="228600"/>
            <a:ext cx="8277225" cy="1219200"/>
          </a:xfrm>
        </p:spPr>
        <p:txBody>
          <a:bodyPr/>
          <a:lstStyle/>
          <a:p>
            <a:r>
              <a:rPr lang="en-US"/>
              <a:t>Click to edit Master title style</a:t>
            </a:r>
          </a:p>
        </p:txBody>
      </p:sp>
      <p:sp>
        <p:nvSpPr>
          <p:cNvPr id="3" name="Text Placeholder 2"/>
          <p:cNvSpPr>
            <a:spLocks noGrp="1"/>
          </p:cNvSpPr>
          <p:nvPr>
            <p:ph type="body" sz="half" idx="1"/>
          </p:nvPr>
        </p:nvSpPr>
        <p:spPr>
          <a:xfrm>
            <a:off x="433388" y="1524000"/>
            <a:ext cx="4062412" cy="46418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524000"/>
            <a:ext cx="4062413" cy="46418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a:extLst>
              <a:ext uri="{FF2B5EF4-FFF2-40B4-BE49-F238E27FC236}">
                <a16:creationId xmlns:a16="http://schemas.microsoft.com/office/drawing/2014/main" id="{ED0861BD-9B23-909F-730F-6CF5237480B9}"/>
              </a:ext>
            </a:extLst>
          </p:cNvPr>
          <p:cNvSpPr>
            <a:spLocks noGrp="1" noChangeArrowheads="1"/>
          </p:cNvSpPr>
          <p:nvPr>
            <p:ph type="dt" sz="half" idx="10"/>
          </p:nvPr>
        </p:nvSpPr>
        <p:spPr>
          <a:ln/>
        </p:spPr>
        <p:txBody>
          <a:bodyPr/>
          <a:lstStyle>
            <a:lvl1pPr>
              <a:defRPr/>
            </a:lvl1pPr>
          </a:lstStyle>
          <a:p>
            <a:pPr>
              <a:defRPr/>
            </a:pPr>
            <a:endParaRPr lang="de-DE"/>
          </a:p>
        </p:txBody>
      </p:sp>
    </p:spTree>
    <p:extLst>
      <p:ext uri="{BB962C8B-B14F-4D97-AF65-F5344CB8AC3E}">
        <p14:creationId xmlns:p14="http://schemas.microsoft.com/office/powerpoint/2010/main" val="388195286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4">
            <a:extLst>
              <a:ext uri="{FF2B5EF4-FFF2-40B4-BE49-F238E27FC236}">
                <a16:creationId xmlns:a16="http://schemas.microsoft.com/office/drawing/2014/main" id="{CFDB561E-E070-66B3-F02F-68CC9A8DF20D}"/>
              </a:ext>
            </a:extLst>
          </p:cNvPr>
          <p:cNvSpPr>
            <a:spLocks noGrp="1" noChangeArrowheads="1"/>
          </p:cNvSpPr>
          <p:nvPr>
            <p:ph type="dt" sz="half" idx="10"/>
          </p:nvPr>
        </p:nvSpPr>
        <p:spPr>
          <a:ln/>
        </p:spPr>
        <p:txBody>
          <a:bodyPr/>
          <a:lstStyle>
            <a:lvl1pPr>
              <a:defRPr/>
            </a:lvl1pPr>
          </a:lstStyle>
          <a:p>
            <a:pPr>
              <a:defRPr/>
            </a:pPr>
            <a:endParaRPr lang="de-DE"/>
          </a:p>
        </p:txBody>
      </p:sp>
    </p:spTree>
    <p:extLst>
      <p:ext uri="{BB962C8B-B14F-4D97-AF65-F5344CB8AC3E}">
        <p14:creationId xmlns:p14="http://schemas.microsoft.com/office/powerpoint/2010/main" val="105987019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709649A6-CE12-93AB-6B5A-B16AFEDB5AC2}"/>
              </a:ext>
            </a:extLst>
          </p:cNvPr>
          <p:cNvSpPr>
            <a:spLocks noGrp="1" noChangeArrowheads="1"/>
          </p:cNvSpPr>
          <p:nvPr>
            <p:ph type="dt" sz="half" idx="10"/>
          </p:nvPr>
        </p:nvSpPr>
        <p:spPr>
          <a:ln/>
        </p:spPr>
        <p:txBody>
          <a:bodyPr/>
          <a:lstStyle>
            <a:lvl1pPr>
              <a:defRPr/>
            </a:lvl1pPr>
          </a:lstStyle>
          <a:p>
            <a:pPr>
              <a:defRPr/>
            </a:pPr>
            <a:endParaRPr lang="de-DE"/>
          </a:p>
        </p:txBody>
      </p:sp>
    </p:spTree>
    <p:extLst>
      <p:ext uri="{BB962C8B-B14F-4D97-AF65-F5344CB8AC3E}">
        <p14:creationId xmlns:p14="http://schemas.microsoft.com/office/powerpoint/2010/main" val="381445714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a:extLst>
              <a:ext uri="{FF2B5EF4-FFF2-40B4-BE49-F238E27FC236}">
                <a16:creationId xmlns:a16="http://schemas.microsoft.com/office/drawing/2014/main" id="{27A10B04-3661-F32D-A46B-A341A33D2DFF}"/>
              </a:ext>
            </a:extLst>
          </p:cNvPr>
          <p:cNvSpPr>
            <a:spLocks noGrp="1" noChangeArrowheads="1"/>
          </p:cNvSpPr>
          <p:nvPr>
            <p:ph type="dt" sz="half" idx="10"/>
          </p:nvPr>
        </p:nvSpPr>
        <p:spPr>
          <a:ln/>
        </p:spPr>
        <p:txBody>
          <a:bodyPr/>
          <a:lstStyle>
            <a:lvl1pPr>
              <a:defRPr/>
            </a:lvl1pPr>
          </a:lstStyle>
          <a:p>
            <a:pPr>
              <a:defRPr/>
            </a:pPr>
            <a:endParaRPr lang="de-DE"/>
          </a:p>
        </p:txBody>
      </p:sp>
    </p:spTree>
    <p:extLst>
      <p:ext uri="{BB962C8B-B14F-4D97-AF65-F5344CB8AC3E}">
        <p14:creationId xmlns:p14="http://schemas.microsoft.com/office/powerpoint/2010/main" val="185961663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33388" y="1524000"/>
            <a:ext cx="4062412" cy="46418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524000"/>
            <a:ext cx="4062413" cy="46418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a:extLst>
              <a:ext uri="{FF2B5EF4-FFF2-40B4-BE49-F238E27FC236}">
                <a16:creationId xmlns:a16="http://schemas.microsoft.com/office/drawing/2014/main" id="{D12DB783-4E3A-A14D-79F9-969969CB6EEB}"/>
              </a:ext>
            </a:extLst>
          </p:cNvPr>
          <p:cNvSpPr>
            <a:spLocks noGrp="1" noChangeArrowheads="1"/>
          </p:cNvSpPr>
          <p:nvPr>
            <p:ph type="dt" sz="half" idx="10"/>
          </p:nvPr>
        </p:nvSpPr>
        <p:spPr>
          <a:ln/>
        </p:spPr>
        <p:txBody>
          <a:bodyPr/>
          <a:lstStyle>
            <a:lvl1pPr>
              <a:defRPr/>
            </a:lvl1pPr>
          </a:lstStyle>
          <a:p>
            <a:pPr>
              <a:defRPr/>
            </a:pPr>
            <a:endParaRPr lang="de-DE"/>
          </a:p>
        </p:txBody>
      </p:sp>
    </p:spTree>
    <p:extLst>
      <p:ext uri="{BB962C8B-B14F-4D97-AF65-F5344CB8AC3E}">
        <p14:creationId xmlns:p14="http://schemas.microsoft.com/office/powerpoint/2010/main" val="295365737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a:extLst>
              <a:ext uri="{FF2B5EF4-FFF2-40B4-BE49-F238E27FC236}">
                <a16:creationId xmlns:a16="http://schemas.microsoft.com/office/drawing/2014/main" id="{63D29A7C-8F90-F22A-375A-B849441EE9B9}"/>
              </a:ext>
            </a:extLst>
          </p:cNvPr>
          <p:cNvSpPr>
            <a:spLocks noGrp="1" noChangeArrowheads="1"/>
          </p:cNvSpPr>
          <p:nvPr>
            <p:ph type="dt" sz="half" idx="10"/>
          </p:nvPr>
        </p:nvSpPr>
        <p:spPr>
          <a:ln/>
        </p:spPr>
        <p:txBody>
          <a:bodyPr/>
          <a:lstStyle>
            <a:lvl1pPr>
              <a:defRPr/>
            </a:lvl1pPr>
          </a:lstStyle>
          <a:p>
            <a:pPr>
              <a:defRPr/>
            </a:pPr>
            <a:endParaRPr lang="de-DE"/>
          </a:p>
        </p:txBody>
      </p:sp>
    </p:spTree>
    <p:extLst>
      <p:ext uri="{BB962C8B-B14F-4D97-AF65-F5344CB8AC3E}">
        <p14:creationId xmlns:p14="http://schemas.microsoft.com/office/powerpoint/2010/main" val="203899672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a:extLst>
              <a:ext uri="{FF2B5EF4-FFF2-40B4-BE49-F238E27FC236}">
                <a16:creationId xmlns:a16="http://schemas.microsoft.com/office/drawing/2014/main" id="{89BA2A76-0ED1-4FF0-42B1-5C9ED407C4E5}"/>
              </a:ext>
            </a:extLst>
          </p:cNvPr>
          <p:cNvSpPr>
            <a:spLocks noGrp="1" noChangeArrowheads="1"/>
          </p:cNvSpPr>
          <p:nvPr>
            <p:ph type="dt" sz="half" idx="10"/>
          </p:nvPr>
        </p:nvSpPr>
        <p:spPr>
          <a:ln/>
        </p:spPr>
        <p:txBody>
          <a:bodyPr/>
          <a:lstStyle>
            <a:lvl1pPr>
              <a:defRPr/>
            </a:lvl1pPr>
          </a:lstStyle>
          <a:p>
            <a:pPr>
              <a:defRPr/>
            </a:pPr>
            <a:endParaRPr lang="de-DE"/>
          </a:p>
        </p:txBody>
      </p:sp>
    </p:spTree>
    <p:extLst>
      <p:ext uri="{BB962C8B-B14F-4D97-AF65-F5344CB8AC3E}">
        <p14:creationId xmlns:p14="http://schemas.microsoft.com/office/powerpoint/2010/main" val="248256650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348391E8-C583-4D18-46D7-4BDF97F5C974}"/>
              </a:ext>
            </a:extLst>
          </p:cNvPr>
          <p:cNvSpPr>
            <a:spLocks noGrp="1" noChangeArrowheads="1"/>
          </p:cNvSpPr>
          <p:nvPr>
            <p:ph type="dt" sz="half" idx="10"/>
          </p:nvPr>
        </p:nvSpPr>
        <p:spPr>
          <a:ln/>
        </p:spPr>
        <p:txBody>
          <a:bodyPr/>
          <a:lstStyle>
            <a:lvl1pPr>
              <a:defRPr/>
            </a:lvl1pPr>
          </a:lstStyle>
          <a:p>
            <a:pPr>
              <a:defRPr/>
            </a:pPr>
            <a:endParaRPr lang="de-DE"/>
          </a:p>
        </p:txBody>
      </p:sp>
    </p:spTree>
    <p:extLst>
      <p:ext uri="{BB962C8B-B14F-4D97-AF65-F5344CB8AC3E}">
        <p14:creationId xmlns:p14="http://schemas.microsoft.com/office/powerpoint/2010/main" val="390485823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0AF00F01-B315-B0FA-124A-6A926DD58F72}"/>
              </a:ext>
            </a:extLst>
          </p:cNvPr>
          <p:cNvSpPr>
            <a:spLocks noGrp="1" noChangeArrowheads="1"/>
          </p:cNvSpPr>
          <p:nvPr>
            <p:ph type="dt" sz="half" idx="10"/>
          </p:nvPr>
        </p:nvSpPr>
        <p:spPr>
          <a:ln/>
        </p:spPr>
        <p:txBody>
          <a:bodyPr/>
          <a:lstStyle>
            <a:lvl1pPr>
              <a:defRPr/>
            </a:lvl1pPr>
          </a:lstStyle>
          <a:p>
            <a:pPr>
              <a:defRPr/>
            </a:pPr>
            <a:endParaRPr lang="de-DE"/>
          </a:p>
        </p:txBody>
      </p:sp>
    </p:spTree>
    <p:extLst>
      <p:ext uri="{BB962C8B-B14F-4D97-AF65-F5344CB8AC3E}">
        <p14:creationId xmlns:p14="http://schemas.microsoft.com/office/powerpoint/2010/main" val="429296082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F6E27853-72E8-0EBB-F457-0F4898965B21}"/>
              </a:ext>
            </a:extLst>
          </p:cNvPr>
          <p:cNvSpPr>
            <a:spLocks noGrp="1" noChangeArrowheads="1"/>
          </p:cNvSpPr>
          <p:nvPr>
            <p:ph type="dt" sz="half" idx="10"/>
          </p:nvPr>
        </p:nvSpPr>
        <p:spPr>
          <a:ln/>
        </p:spPr>
        <p:txBody>
          <a:bodyPr/>
          <a:lstStyle>
            <a:lvl1pPr>
              <a:defRPr/>
            </a:lvl1pPr>
          </a:lstStyle>
          <a:p>
            <a:pPr>
              <a:defRPr/>
            </a:pPr>
            <a:endParaRPr lang="de-DE"/>
          </a:p>
        </p:txBody>
      </p:sp>
    </p:spTree>
    <p:extLst>
      <p:ext uri="{BB962C8B-B14F-4D97-AF65-F5344CB8AC3E}">
        <p14:creationId xmlns:p14="http://schemas.microsoft.com/office/powerpoint/2010/main" val="286610683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AAB735DF-CAB0-BA9F-534E-DF80F032AF79}"/>
              </a:ext>
            </a:extLst>
          </p:cNvPr>
          <p:cNvSpPr>
            <a:spLocks noGrp="1" noChangeArrowheads="1"/>
          </p:cNvSpPr>
          <p:nvPr>
            <p:ph type="dt" sz="half" idx="10"/>
          </p:nvPr>
        </p:nvSpPr>
        <p:spPr>
          <a:ln/>
        </p:spPr>
        <p:txBody>
          <a:bodyPr/>
          <a:lstStyle>
            <a:lvl1pPr>
              <a:defRPr/>
            </a:lvl1pPr>
          </a:lstStyle>
          <a:p>
            <a:pPr>
              <a:defRPr/>
            </a:pPr>
            <a:endParaRPr lang="de-DE"/>
          </a:p>
        </p:txBody>
      </p:sp>
    </p:spTree>
    <p:extLst>
      <p:ext uri="{BB962C8B-B14F-4D97-AF65-F5344CB8AC3E}">
        <p14:creationId xmlns:p14="http://schemas.microsoft.com/office/powerpoint/2010/main" val="128609643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42100" y="228600"/>
            <a:ext cx="2068513" cy="593725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33388" y="228600"/>
            <a:ext cx="6056312" cy="59372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801DE81F-2D52-3360-204D-1852AF5C17C3}"/>
              </a:ext>
            </a:extLst>
          </p:cNvPr>
          <p:cNvSpPr>
            <a:spLocks noGrp="1" noChangeArrowheads="1"/>
          </p:cNvSpPr>
          <p:nvPr>
            <p:ph type="dt" sz="half" idx="10"/>
          </p:nvPr>
        </p:nvSpPr>
        <p:spPr>
          <a:ln/>
        </p:spPr>
        <p:txBody>
          <a:bodyPr/>
          <a:lstStyle>
            <a:lvl1pPr>
              <a:defRPr/>
            </a:lvl1pPr>
          </a:lstStyle>
          <a:p>
            <a:pPr>
              <a:defRPr/>
            </a:pPr>
            <a:endParaRPr lang="de-DE"/>
          </a:p>
        </p:txBody>
      </p:sp>
    </p:spTree>
    <p:extLst>
      <p:ext uri="{BB962C8B-B14F-4D97-AF65-F5344CB8AC3E}">
        <p14:creationId xmlns:p14="http://schemas.microsoft.com/office/powerpoint/2010/main" val="311581756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33388" y="228600"/>
            <a:ext cx="8277225" cy="1219200"/>
          </a:xfrm>
        </p:spPr>
        <p:txBody>
          <a:bodyPr/>
          <a:lstStyle/>
          <a:p>
            <a:r>
              <a:rPr lang="en-US"/>
              <a:t>Click to edit Master title style</a:t>
            </a:r>
          </a:p>
        </p:txBody>
      </p:sp>
      <p:sp>
        <p:nvSpPr>
          <p:cNvPr id="3" name="Text Placeholder 2"/>
          <p:cNvSpPr>
            <a:spLocks noGrp="1"/>
          </p:cNvSpPr>
          <p:nvPr>
            <p:ph type="body" sz="half" idx="1"/>
          </p:nvPr>
        </p:nvSpPr>
        <p:spPr>
          <a:xfrm>
            <a:off x="433388" y="1524000"/>
            <a:ext cx="4062412" cy="46418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524000"/>
            <a:ext cx="4062413" cy="46418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a:extLst>
              <a:ext uri="{FF2B5EF4-FFF2-40B4-BE49-F238E27FC236}">
                <a16:creationId xmlns:a16="http://schemas.microsoft.com/office/drawing/2014/main" id="{FC552183-388C-2B33-64E0-113461CE0107}"/>
              </a:ext>
            </a:extLst>
          </p:cNvPr>
          <p:cNvSpPr>
            <a:spLocks noGrp="1" noChangeArrowheads="1"/>
          </p:cNvSpPr>
          <p:nvPr>
            <p:ph type="dt" sz="half" idx="10"/>
          </p:nvPr>
        </p:nvSpPr>
        <p:spPr>
          <a:ln/>
        </p:spPr>
        <p:txBody>
          <a:bodyPr/>
          <a:lstStyle>
            <a:lvl1pPr>
              <a:defRPr/>
            </a:lvl1pPr>
          </a:lstStyle>
          <a:p>
            <a:pPr>
              <a:defRPr/>
            </a:pPr>
            <a:endParaRPr lang="de-DE"/>
          </a:p>
        </p:txBody>
      </p:sp>
    </p:spTree>
    <p:extLst>
      <p:ext uri="{BB962C8B-B14F-4D97-AF65-F5344CB8AC3E}">
        <p14:creationId xmlns:p14="http://schemas.microsoft.com/office/powerpoint/2010/main" val="181969262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4">
            <a:extLst>
              <a:ext uri="{FF2B5EF4-FFF2-40B4-BE49-F238E27FC236}">
                <a16:creationId xmlns:a16="http://schemas.microsoft.com/office/drawing/2014/main" id="{83CE385E-5DCB-0604-0880-145D75170B28}"/>
              </a:ext>
            </a:extLst>
          </p:cNvPr>
          <p:cNvSpPr>
            <a:spLocks noGrp="1" noChangeArrowheads="1"/>
          </p:cNvSpPr>
          <p:nvPr>
            <p:ph type="dt" sz="half" idx="10"/>
          </p:nvPr>
        </p:nvSpPr>
        <p:spPr>
          <a:ln/>
        </p:spPr>
        <p:txBody>
          <a:bodyPr/>
          <a:lstStyle>
            <a:lvl1pPr>
              <a:defRPr/>
            </a:lvl1pPr>
          </a:lstStyle>
          <a:p>
            <a:pPr>
              <a:defRPr/>
            </a:pPr>
            <a:endParaRPr lang="de-DE"/>
          </a:p>
        </p:txBody>
      </p:sp>
    </p:spTree>
    <p:extLst>
      <p:ext uri="{BB962C8B-B14F-4D97-AF65-F5344CB8AC3E}">
        <p14:creationId xmlns:p14="http://schemas.microsoft.com/office/powerpoint/2010/main" val="68028599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B3731A78-3AEA-0D9B-B682-31409C08C75B}"/>
              </a:ext>
            </a:extLst>
          </p:cNvPr>
          <p:cNvSpPr>
            <a:spLocks noGrp="1" noChangeArrowheads="1"/>
          </p:cNvSpPr>
          <p:nvPr>
            <p:ph type="dt" sz="half" idx="10"/>
          </p:nvPr>
        </p:nvSpPr>
        <p:spPr>
          <a:ln/>
        </p:spPr>
        <p:txBody>
          <a:bodyPr/>
          <a:lstStyle>
            <a:lvl1pPr>
              <a:defRPr/>
            </a:lvl1pPr>
          </a:lstStyle>
          <a:p>
            <a:pPr>
              <a:defRPr/>
            </a:pPr>
            <a:endParaRPr lang="de-DE"/>
          </a:p>
        </p:txBody>
      </p:sp>
    </p:spTree>
    <p:extLst>
      <p:ext uri="{BB962C8B-B14F-4D97-AF65-F5344CB8AC3E}">
        <p14:creationId xmlns:p14="http://schemas.microsoft.com/office/powerpoint/2010/main" val="421954611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a:extLst>
              <a:ext uri="{FF2B5EF4-FFF2-40B4-BE49-F238E27FC236}">
                <a16:creationId xmlns:a16="http://schemas.microsoft.com/office/drawing/2014/main" id="{22C8C3F2-CFC3-DE94-275F-989C0A0A7758}"/>
              </a:ext>
            </a:extLst>
          </p:cNvPr>
          <p:cNvSpPr>
            <a:spLocks noGrp="1" noChangeArrowheads="1"/>
          </p:cNvSpPr>
          <p:nvPr>
            <p:ph type="dt" sz="half" idx="10"/>
          </p:nvPr>
        </p:nvSpPr>
        <p:spPr>
          <a:ln/>
        </p:spPr>
        <p:txBody>
          <a:bodyPr/>
          <a:lstStyle>
            <a:lvl1pPr>
              <a:defRPr/>
            </a:lvl1pPr>
          </a:lstStyle>
          <a:p>
            <a:pPr>
              <a:defRPr/>
            </a:pPr>
            <a:endParaRPr lang="de-DE"/>
          </a:p>
        </p:txBody>
      </p:sp>
    </p:spTree>
    <p:extLst>
      <p:ext uri="{BB962C8B-B14F-4D97-AF65-F5344CB8AC3E}">
        <p14:creationId xmlns:p14="http://schemas.microsoft.com/office/powerpoint/2010/main" val="331326174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33388" y="1524000"/>
            <a:ext cx="4062412" cy="46418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524000"/>
            <a:ext cx="4062413" cy="46418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a:extLst>
              <a:ext uri="{FF2B5EF4-FFF2-40B4-BE49-F238E27FC236}">
                <a16:creationId xmlns:a16="http://schemas.microsoft.com/office/drawing/2014/main" id="{5D376A8C-9751-FC22-2114-8532FB42C780}"/>
              </a:ext>
            </a:extLst>
          </p:cNvPr>
          <p:cNvSpPr>
            <a:spLocks noGrp="1" noChangeArrowheads="1"/>
          </p:cNvSpPr>
          <p:nvPr>
            <p:ph type="dt" sz="half" idx="10"/>
          </p:nvPr>
        </p:nvSpPr>
        <p:spPr>
          <a:ln/>
        </p:spPr>
        <p:txBody>
          <a:bodyPr/>
          <a:lstStyle>
            <a:lvl1pPr>
              <a:defRPr/>
            </a:lvl1pPr>
          </a:lstStyle>
          <a:p>
            <a:pPr>
              <a:defRPr/>
            </a:pPr>
            <a:endParaRPr lang="de-DE"/>
          </a:p>
        </p:txBody>
      </p:sp>
    </p:spTree>
    <p:extLst>
      <p:ext uri="{BB962C8B-B14F-4D97-AF65-F5344CB8AC3E}">
        <p14:creationId xmlns:p14="http://schemas.microsoft.com/office/powerpoint/2010/main" val="232953992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a:extLst>
              <a:ext uri="{FF2B5EF4-FFF2-40B4-BE49-F238E27FC236}">
                <a16:creationId xmlns:a16="http://schemas.microsoft.com/office/drawing/2014/main" id="{055C848D-9F79-3F67-7966-716679F0DD43}"/>
              </a:ext>
            </a:extLst>
          </p:cNvPr>
          <p:cNvSpPr>
            <a:spLocks noGrp="1" noChangeArrowheads="1"/>
          </p:cNvSpPr>
          <p:nvPr>
            <p:ph type="dt" sz="half" idx="10"/>
          </p:nvPr>
        </p:nvSpPr>
        <p:spPr>
          <a:ln/>
        </p:spPr>
        <p:txBody>
          <a:bodyPr/>
          <a:lstStyle>
            <a:lvl1pPr>
              <a:defRPr/>
            </a:lvl1pPr>
          </a:lstStyle>
          <a:p>
            <a:pPr>
              <a:defRPr/>
            </a:pPr>
            <a:endParaRPr lang="de-DE"/>
          </a:p>
        </p:txBody>
      </p:sp>
    </p:spTree>
    <p:extLst>
      <p:ext uri="{BB962C8B-B14F-4D97-AF65-F5344CB8AC3E}">
        <p14:creationId xmlns:p14="http://schemas.microsoft.com/office/powerpoint/2010/main" val="155272458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a:extLst>
              <a:ext uri="{FF2B5EF4-FFF2-40B4-BE49-F238E27FC236}">
                <a16:creationId xmlns:a16="http://schemas.microsoft.com/office/drawing/2014/main" id="{25CE287D-AA66-0B37-C300-C965AA162E5B}"/>
              </a:ext>
            </a:extLst>
          </p:cNvPr>
          <p:cNvSpPr>
            <a:spLocks noGrp="1" noChangeArrowheads="1"/>
          </p:cNvSpPr>
          <p:nvPr>
            <p:ph type="dt" sz="half" idx="10"/>
          </p:nvPr>
        </p:nvSpPr>
        <p:spPr>
          <a:ln/>
        </p:spPr>
        <p:txBody>
          <a:bodyPr/>
          <a:lstStyle>
            <a:lvl1pPr>
              <a:defRPr/>
            </a:lvl1pPr>
          </a:lstStyle>
          <a:p>
            <a:pPr>
              <a:defRPr/>
            </a:pPr>
            <a:endParaRPr lang="de-DE"/>
          </a:p>
        </p:txBody>
      </p:sp>
    </p:spTree>
    <p:extLst>
      <p:ext uri="{BB962C8B-B14F-4D97-AF65-F5344CB8AC3E}">
        <p14:creationId xmlns:p14="http://schemas.microsoft.com/office/powerpoint/2010/main" val="112519558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6037B346-659B-2CA4-AD9A-53514F0CA30E}"/>
              </a:ext>
            </a:extLst>
          </p:cNvPr>
          <p:cNvSpPr>
            <a:spLocks noGrp="1" noChangeArrowheads="1"/>
          </p:cNvSpPr>
          <p:nvPr>
            <p:ph type="dt" sz="half" idx="10"/>
          </p:nvPr>
        </p:nvSpPr>
        <p:spPr>
          <a:ln/>
        </p:spPr>
        <p:txBody>
          <a:bodyPr/>
          <a:lstStyle>
            <a:lvl1pPr>
              <a:defRPr/>
            </a:lvl1pPr>
          </a:lstStyle>
          <a:p>
            <a:pPr>
              <a:defRPr/>
            </a:pPr>
            <a:endParaRPr lang="de-DE"/>
          </a:p>
        </p:txBody>
      </p:sp>
    </p:spTree>
    <p:extLst>
      <p:ext uri="{BB962C8B-B14F-4D97-AF65-F5344CB8AC3E}">
        <p14:creationId xmlns:p14="http://schemas.microsoft.com/office/powerpoint/2010/main" val="4034301481"/>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849D47BB-9C8F-A654-0C1C-D0F880FAFC45}"/>
              </a:ext>
            </a:extLst>
          </p:cNvPr>
          <p:cNvSpPr>
            <a:spLocks noGrp="1" noChangeArrowheads="1"/>
          </p:cNvSpPr>
          <p:nvPr>
            <p:ph type="dt" sz="half" idx="10"/>
          </p:nvPr>
        </p:nvSpPr>
        <p:spPr>
          <a:ln/>
        </p:spPr>
        <p:txBody>
          <a:bodyPr/>
          <a:lstStyle>
            <a:lvl1pPr>
              <a:defRPr/>
            </a:lvl1pPr>
          </a:lstStyle>
          <a:p>
            <a:pPr>
              <a:defRPr/>
            </a:pPr>
            <a:endParaRPr lang="de-DE"/>
          </a:p>
        </p:txBody>
      </p:sp>
    </p:spTree>
    <p:extLst>
      <p:ext uri="{BB962C8B-B14F-4D97-AF65-F5344CB8AC3E}">
        <p14:creationId xmlns:p14="http://schemas.microsoft.com/office/powerpoint/2010/main" val="100743381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9C2579E0-3559-FBC9-6194-ACA8BE2CBBF3}"/>
              </a:ext>
            </a:extLst>
          </p:cNvPr>
          <p:cNvSpPr>
            <a:spLocks noGrp="1" noChangeArrowheads="1"/>
          </p:cNvSpPr>
          <p:nvPr>
            <p:ph type="dt" sz="half" idx="10"/>
          </p:nvPr>
        </p:nvSpPr>
        <p:spPr>
          <a:ln/>
        </p:spPr>
        <p:txBody>
          <a:bodyPr/>
          <a:lstStyle>
            <a:lvl1pPr>
              <a:defRPr/>
            </a:lvl1pPr>
          </a:lstStyle>
          <a:p>
            <a:pPr>
              <a:defRPr/>
            </a:pPr>
            <a:endParaRPr lang="de-DE"/>
          </a:p>
        </p:txBody>
      </p:sp>
    </p:spTree>
    <p:extLst>
      <p:ext uri="{BB962C8B-B14F-4D97-AF65-F5344CB8AC3E}">
        <p14:creationId xmlns:p14="http://schemas.microsoft.com/office/powerpoint/2010/main" val="1593362877"/>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F5649A95-36DC-EA3F-58B1-0C7E11D620EF}"/>
              </a:ext>
            </a:extLst>
          </p:cNvPr>
          <p:cNvSpPr>
            <a:spLocks noGrp="1" noChangeArrowheads="1"/>
          </p:cNvSpPr>
          <p:nvPr>
            <p:ph type="dt" sz="half" idx="10"/>
          </p:nvPr>
        </p:nvSpPr>
        <p:spPr>
          <a:ln/>
        </p:spPr>
        <p:txBody>
          <a:bodyPr/>
          <a:lstStyle>
            <a:lvl1pPr>
              <a:defRPr/>
            </a:lvl1pPr>
          </a:lstStyle>
          <a:p>
            <a:pPr>
              <a:defRPr/>
            </a:pPr>
            <a:endParaRPr lang="de-DE"/>
          </a:p>
        </p:txBody>
      </p:sp>
    </p:spTree>
    <p:extLst>
      <p:ext uri="{BB962C8B-B14F-4D97-AF65-F5344CB8AC3E}">
        <p14:creationId xmlns:p14="http://schemas.microsoft.com/office/powerpoint/2010/main" val="3110114587"/>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42100" y="228600"/>
            <a:ext cx="2068513" cy="593725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33388" y="228600"/>
            <a:ext cx="6056312" cy="59372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D75CF25B-827E-8B20-48E3-34F46553C54E}"/>
              </a:ext>
            </a:extLst>
          </p:cNvPr>
          <p:cNvSpPr>
            <a:spLocks noGrp="1" noChangeArrowheads="1"/>
          </p:cNvSpPr>
          <p:nvPr>
            <p:ph type="dt" sz="half" idx="10"/>
          </p:nvPr>
        </p:nvSpPr>
        <p:spPr>
          <a:ln/>
        </p:spPr>
        <p:txBody>
          <a:bodyPr/>
          <a:lstStyle>
            <a:lvl1pPr>
              <a:defRPr/>
            </a:lvl1pPr>
          </a:lstStyle>
          <a:p>
            <a:pPr>
              <a:defRPr/>
            </a:pPr>
            <a:endParaRPr lang="de-DE"/>
          </a:p>
        </p:txBody>
      </p:sp>
    </p:spTree>
    <p:extLst>
      <p:ext uri="{BB962C8B-B14F-4D97-AF65-F5344CB8AC3E}">
        <p14:creationId xmlns:p14="http://schemas.microsoft.com/office/powerpoint/2010/main" val="3345357531"/>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33388" y="228600"/>
            <a:ext cx="8277225" cy="1219200"/>
          </a:xfrm>
        </p:spPr>
        <p:txBody>
          <a:bodyPr/>
          <a:lstStyle/>
          <a:p>
            <a:r>
              <a:rPr lang="en-US"/>
              <a:t>Click to edit Master title style</a:t>
            </a:r>
          </a:p>
        </p:txBody>
      </p:sp>
      <p:sp>
        <p:nvSpPr>
          <p:cNvPr id="3" name="Text Placeholder 2"/>
          <p:cNvSpPr>
            <a:spLocks noGrp="1"/>
          </p:cNvSpPr>
          <p:nvPr>
            <p:ph type="body" sz="half" idx="1"/>
          </p:nvPr>
        </p:nvSpPr>
        <p:spPr>
          <a:xfrm>
            <a:off x="433388" y="1524000"/>
            <a:ext cx="4062412" cy="46418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524000"/>
            <a:ext cx="4062413" cy="46418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a:extLst>
              <a:ext uri="{FF2B5EF4-FFF2-40B4-BE49-F238E27FC236}">
                <a16:creationId xmlns:a16="http://schemas.microsoft.com/office/drawing/2014/main" id="{9BC3AB3C-B6CC-744A-D1F1-3511BC2EB62D}"/>
              </a:ext>
            </a:extLst>
          </p:cNvPr>
          <p:cNvSpPr>
            <a:spLocks noGrp="1" noChangeArrowheads="1"/>
          </p:cNvSpPr>
          <p:nvPr>
            <p:ph type="dt" sz="half" idx="10"/>
          </p:nvPr>
        </p:nvSpPr>
        <p:spPr>
          <a:ln/>
        </p:spPr>
        <p:txBody>
          <a:bodyPr/>
          <a:lstStyle>
            <a:lvl1pPr>
              <a:defRPr/>
            </a:lvl1pPr>
          </a:lstStyle>
          <a:p>
            <a:pPr>
              <a:defRPr/>
            </a:pPr>
            <a:endParaRPr lang="de-DE"/>
          </a:p>
        </p:txBody>
      </p:sp>
    </p:spTree>
    <p:extLst>
      <p:ext uri="{BB962C8B-B14F-4D97-AF65-F5344CB8AC3E}">
        <p14:creationId xmlns:p14="http://schemas.microsoft.com/office/powerpoint/2010/main" val="3241586824"/>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2DAEB05-C6F9-EBA1-BDBF-F1C09CF31DEA}"/>
              </a:ext>
            </a:extLst>
          </p:cNvPr>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useBgFill="1">
        <p:nvSpPr>
          <p:cNvPr id="3" name="Rounded Rectangle 4">
            <a:extLst>
              <a:ext uri="{FF2B5EF4-FFF2-40B4-BE49-F238E27FC236}">
                <a16:creationId xmlns:a16="http://schemas.microsoft.com/office/drawing/2014/main" id="{B5DB4C64-09AE-1654-2CBD-66F3EE19D423}"/>
              </a:ext>
            </a:extLst>
          </p:cNvPr>
          <p:cNvSpPr/>
          <p:nvPr/>
        </p:nvSpPr>
        <p:spPr>
          <a:xfrm>
            <a:off x="65088" y="69850"/>
            <a:ext cx="9013825" cy="6691313"/>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4" name="Rectangle 3">
            <a:extLst>
              <a:ext uri="{FF2B5EF4-FFF2-40B4-BE49-F238E27FC236}">
                <a16:creationId xmlns:a16="http://schemas.microsoft.com/office/drawing/2014/main" id="{AF4F4359-DBFC-3E3C-F3DB-AA0B1EA3426F}"/>
              </a:ext>
            </a:extLst>
          </p:cNvPr>
          <p:cNvSpPr/>
          <p:nvPr/>
        </p:nvSpPr>
        <p:spPr>
          <a:xfrm>
            <a:off x="63500" y="1449388"/>
            <a:ext cx="9020175" cy="1527175"/>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5" name="Rectangle 4">
            <a:extLst>
              <a:ext uri="{FF2B5EF4-FFF2-40B4-BE49-F238E27FC236}">
                <a16:creationId xmlns:a16="http://schemas.microsoft.com/office/drawing/2014/main" id="{4567EC7B-570E-7DB1-EA52-1B941B68EF30}"/>
              </a:ext>
            </a:extLst>
          </p:cNvPr>
          <p:cNvSpPr/>
          <p:nvPr/>
        </p:nvSpPr>
        <p:spPr>
          <a:xfrm>
            <a:off x="63500" y="1397000"/>
            <a:ext cx="9020175" cy="120650"/>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6" name="Rectangle 5">
            <a:extLst>
              <a:ext uri="{FF2B5EF4-FFF2-40B4-BE49-F238E27FC236}">
                <a16:creationId xmlns:a16="http://schemas.microsoft.com/office/drawing/2014/main" id="{45CCEA0B-E9C7-CC2E-8FC9-5B7BABC78580}"/>
              </a:ext>
            </a:extLst>
          </p:cNvPr>
          <p:cNvSpPr/>
          <p:nvPr/>
        </p:nvSpPr>
        <p:spPr>
          <a:xfrm>
            <a:off x="63500" y="2976563"/>
            <a:ext cx="9020175" cy="111125"/>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9" name="Subtitle 8"/>
          <p:cNvSpPr>
            <a:spLocks noGrp="1"/>
          </p:cNvSpPr>
          <p:nvPr>
            <p:ph type="subTitle" idx="1"/>
          </p:nvPr>
        </p:nvSpPr>
        <p:spPr>
          <a:xfrm>
            <a:off x="1295400" y="3200400"/>
            <a:ext cx="6400800" cy="1600200"/>
          </a:xfrm>
        </p:spPr>
        <p:txBody>
          <a:bodyPr/>
          <a:lstStyle>
            <a:lvl1pPr marL="0" indent="0" algn="ctr">
              <a:buNone/>
              <a:defRPr sz="26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a:t>Click to edit Master subtitle style</a:t>
            </a:r>
          </a:p>
        </p:txBody>
      </p:sp>
      <p:sp>
        <p:nvSpPr>
          <p:cNvPr id="8" name="Title 7"/>
          <p:cNvSpPr>
            <a:spLocks noGrp="1"/>
          </p:cNvSpPr>
          <p:nvPr>
            <p:ph type="ctrTitle"/>
          </p:nvPr>
        </p:nvSpPr>
        <p:spPr>
          <a:xfrm>
            <a:off x="457200" y="1505930"/>
            <a:ext cx="8229600" cy="1470025"/>
          </a:xfrm>
        </p:spPr>
        <p:txBody>
          <a:bodyPr anchor="ctr"/>
          <a:lstStyle>
            <a:lvl1pPr algn="ctr">
              <a:defRPr lang="en-US" dirty="0">
                <a:solidFill>
                  <a:srgbClr val="FFFFFF"/>
                </a:solidFill>
              </a:defRPr>
            </a:lvl1pPr>
          </a:lstStyle>
          <a:p>
            <a:r>
              <a:rPr lang="en-US"/>
              <a:t>Click to edit Master title style</a:t>
            </a:r>
          </a:p>
        </p:txBody>
      </p:sp>
      <p:sp>
        <p:nvSpPr>
          <p:cNvPr id="7" name="Date Placeholder 27">
            <a:extLst>
              <a:ext uri="{FF2B5EF4-FFF2-40B4-BE49-F238E27FC236}">
                <a16:creationId xmlns:a16="http://schemas.microsoft.com/office/drawing/2014/main" id="{CB684E0D-69C9-8E66-DC10-9B1D1F1CB0A1}"/>
              </a:ext>
            </a:extLst>
          </p:cNvPr>
          <p:cNvSpPr>
            <a:spLocks noGrp="1"/>
          </p:cNvSpPr>
          <p:nvPr>
            <p:ph type="dt" sz="half" idx="10"/>
          </p:nvPr>
        </p:nvSpPr>
        <p:spPr/>
        <p:txBody>
          <a:bodyPr/>
          <a:lstStyle>
            <a:lvl1pPr>
              <a:defRPr/>
            </a:lvl1pPr>
          </a:lstStyle>
          <a:p>
            <a:pPr>
              <a:defRPr/>
            </a:pPr>
            <a:fld id="{48B3E01F-38A2-42FF-9F3F-C793E563BE67}" type="datetime1">
              <a:rPr lang="en-US"/>
              <a:pPr>
                <a:defRPr/>
              </a:pPr>
              <a:t>12/9/2024</a:t>
            </a:fld>
            <a:endParaRPr lang="en-US"/>
          </a:p>
        </p:txBody>
      </p:sp>
      <p:sp>
        <p:nvSpPr>
          <p:cNvPr id="10" name="Footer Placeholder 16">
            <a:extLst>
              <a:ext uri="{FF2B5EF4-FFF2-40B4-BE49-F238E27FC236}">
                <a16:creationId xmlns:a16="http://schemas.microsoft.com/office/drawing/2014/main" id="{25244548-060A-E968-D161-A05AD1EBC38C}"/>
              </a:ext>
            </a:extLst>
          </p:cNvPr>
          <p:cNvSpPr>
            <a:spLocks noGrp="1"/>
          </p:cNvSpPr>
          <p:nvPr>
            <p:ph type="ftr" sz="quarter" idx="11"/>
          </p:nvPr>
        </p:nvSpPr>
        <p:spPr/>
        <p:txBody>
          <a:bodyPr/>
          <a:lstStyle>
            <a:lvl1pPr>
              <a:defRPr/>
            </a:lvl1pPr>
          </a:lstStyle>
          <a:p>
            <a:pPr>
              <a:defRPr/>
            </a:pPr>
            <a:r>
              <a:rPr lang="en-US"/>
              <a:t>Autonomous Robots -- Dr. Zawar Qayyum, 2010</a:t>
            </a:r>
          </a:p>
        </p:txBody>
      </p:sp>
      <p:sp>
        <p:nvSpPr>
          <p:cNvPr id="11" name="Slide Number Placeholder 28">
            <a:extLst>
              <a:ext uri="{FF2B5EF4-FFF2-40B4-BE49-F238E27FC236}">
                <a16:creationId xmlns:a16="http://schemas.microsoft.com/office/drawing/2014/main" id="{DB366262-7AF9-C6EB-C759-A991D4A56A3F}"/>
              </a:ext>
            </a:extLst>
          </p:cNvPr>
          <p:cNvSpPr>
            <a:spLocks noGrp="1"/>
          </p:cNvSpPr>
          <p:nvPr>
            <p:ph type="sldNum" sz="quarter" idx="12"/>
          </p:nvPr>
        </p:nvSpPr>
        <p:spPr/>
        <p:txBody>
          <a:bodyPr/>
          <a:lstStyle>
            <a:lvl1pPr>
              <a:defRPr sz="1400">
                <a:solidFill>
                  <a:srgbClr val="FFFFFF"/>
                </a:solidFill>
              </a:defRPr>
            </a:lvl1pPr>
          </a:lstStyle>
          <a:p>
            <a:pPr>
              <a:defRPr/>
            </a:pPr>
            <a:fld id="{D7193125-96FA-47BA-B1F1-5A4869DA68D1}" type="slidenum">
              <a:rPr lang="en-US"/>
              <a:pPr>
                <a:defRPr/>
              </a:pPr>
              <a:t>‹#›</a:t>
            </a:fld>
            <a:endParaRPr lang="en-US" dirty="0"/>
          </a:p>
        </p:txBody>
      </p:sp>
    </p:spTree>
    <p:extLst>
      <p:ext uri="{BB962C8B-B14F-4D97-AF65-F5344CB8AC3E}">
        <p14:creationId xmlns:p14="http://schemas.microsoft.com/office/powerpoint/2010/main" val="1894479647"/>
      </p:ext>
    </p:extLst>
  </p:cSld>
  <p:clrMapOvr>
    <a:overrideClrMapping bg1="lt1" tx1="dk1" bg2="lt2" tx2="dk2" accent1="accent1" accent2="accent2" accent3="accent3" accent4="accent4" accent5="accent5" accent6="accent6" hlink="hlink" folHlink="folHlink"/>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8" name="Content Placeholder 7"/>
          <p:cNvSpPr>
            <a:spLocks noGrp="1"/>
          </p:cNvSpPr>
          <p:nvPr>
            <p:ph sz="quarter" idx="1"/>
          </p:nvPr>
        </p:nvSpPr>
        <p:spPr>
          <a:xfrm>
            <a:off x="914400" y="1447800"/>
            <a:ext cx="7772400"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13">
            <a:extLst>
              <a:ext uri="{FF2B5EF4-FFF2-40B4-BE49-F238E27FC236}">
                <a16:creationId xmlns:a16="http://schemas.microsoft.com/office/drawing/2014/main" id="{3F7958F2-90F8-EDB0-1B8E-E67305CCA432}"/>
              </a:ext>
            </a:extLst>
          </p:cNvPr>
          <p:cNvSpPr>
            <a:spLocks noGrp="1"/>
          </p:cNvSpPr>
          <p:nvPr>
            <p:ph type="dt" sz="half" idx="10"/>
          </p:nvPr>
        </p:nvSpPr>
        <p:spPr/>
        <p:txBody>
          <a:bodyPr/>
          <a:lstStyle>
            <a:lvl1pPr>
              <a:defRPr/>
            </a:lvl1pPr>
          </a:lstStyle>
          <a:p>
            <a:pPr>
              <a:defRPr/>
            </a:pPr>
            <a:fld id="{5DB97FB1-FE9F-4D48-A1FD-F707E11E32CD}" type="datetime1">
              <a:rPr lang="en-US"/>
              <a:pPr>
                <a:defRPr/>
              </a:pPr>
              <a:t>12/9/2024</a:t>
            </a:fld>
            <a:endParaRPr lang="en-US" dirty="0"/>
          </a:p>
        </p:txBody>
      </p:sp>
      <p:sp>
        <p:nvSpPr>
          <p:cNvPr id="4" name="Footer Placeholder 2">
            <a:extLst>
              <a:ext uri="{FF2B5EF4-FFF2-40B4-BE49-F238E27FC236}">
                <a16:creationId xmlns:a16="http://schemas.microsoft.com/office/drawing/2014/main" id="{5803DD14-ADAB-0696-358C-9E12307C0852}"/>
              </a:ext>
            </a:extLst>
          </p:cNvPr>
          <p:cNvSpPr>
            <a:spLocks noGrp="1"/>
          </p:cNvSpPr>
          <p:nvPr>
            <p:ph type="ftr" sz="quarter" idx="11"/>
          </p:nvPr>
        </p:nvSpPr>
        <p:spPr/>
        <p:txBody>
          <a:bodyPr/>
          <a:lstStyle>
            <a:lvl1pPr>
              <a:defRPr/>
            </a:lvl1pPr>
          </a:lstStyle>
          <a:p>
            <a:pPr>
              <a:defRPr/>
            </a:pPr>
            <a:r>
              <a:rPr lang="en-US"/>
              <a:t>Autonomous Robots -- Dr. Zawar Qayyum, 2010</a:t>
            </a:r>
            <a:endParaRPr lang="en-US" dirty="0"/>
          </a:p>
        </p:txBody>
      </p:sp>
      <p:sp>
        <p:nvSpPr>
          <p:cNvPr id="5" name="Slide Number Placeholder 22">
            <a:extLst>
              <a:ext uri="{FF2B5EF4-FFF2-40B4-BE49-F238E27FC236}">
                <a16:creationId xmlns:a16="http://schemas.microsoft.com/office/drawing/2014/main" id="{2A5E265D-A54F-1AA7-6A39-5E13AB8EBF44}"/>
              </a:ext>
            </a:extLst>
          </p:cNvPr>
          <p:cNvSpPr>
            <a:spLocks noGrp="1"/>
          </p:cNvSpPr>
          <p:nvPr>
            <p:ph type="sldNum" sz="quarter" idx="12"/>
          </p:nvPr>
        </p:nvSpPr>
        <p:spPr/>
        <p:txBody>
          <a:bodyPr/>
          <a:lstStyle>
            <a:lvl1pPr>
              <a:defRPr/>
            </a:lvl1pPr>
          </a:lstStyle>
          <a:p>
            <a:pPr>
              <a:defRPr/>
            </a:pPr>
            <a:fld id="{0D47AA32-A686-45C6-9B3D-C0080A28648A}" type="slidenum">
              <a:rPr lang="en-US"/>
              <a:pPr>
                <a:defRPr/>
              </a:pPr>
              <a:t>‹#›</a:t>
            </a:fld>
            <a:endParaRPr lang="en-US" dirty="0"/>
          </a:p>
        </p:txBody>
      </p:sp>
    </p:spTree>
    <p:extLst>
      <p:ext uri="{BB962C8B-B14F-4D97-AF65-F5344CB8AC3E}">
        <p14:creationId xmlns:p14="http://schemas.microsoft.com/office/powerpoint/2010/main" val="3203241167"/>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2058D0D-C252-1045-E67F-37208701CDE9}"/>
              </a:ext>
            </a:extLst>
          </p:cNvPr>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useBgFill="1">
        <p:nvSpPr>
          <p:cNvPr id="5" name="Rounded Rectangle 4">
            <a:extLst>
              <a:ext uri="{FF2B5EF4-FFF2-40B4-BE49-F238E27FC236}">
                <a16:creationId xmlns:a16="http://schemas.microsoft.com/office/drawing/2014/main" id="{1E993B11-3796-E9FC-D70E-498D1947E9F4}"/>
              </a:ext>
            </a:extLst>
          </p:cNvPr>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3">
            <a:schemeClr val="l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6" name="Rectangle 5">
            <a:extLst>
              <a:ext uri="{FF2B5EF4-FFF2-40B4-BE49-F238E27FC236}">
                <a16:creationId xmlns:a16="http://schemas.microsoft.com/office/drawing/2014/main" id="{145A4A55-7156-0E1D-B2B2-E85BBACF45B2}"/>
              </a:ext>
            </a:extLst>
          </p:cNvPr>
          <p:cNvSpPr/>
          <p:nvPr/>
        </p:nvSpPr>
        <p:spPr>
          <a:xfrm flipV="1">
            <a:off x="69850" y="2376488"/>
            <a:ext cx="9013825" cy="92075"/>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7" name="Rectangle 6">
            <a:extLst>
              <a:ext uri="{FF2B5EF4-FFF2-40B4-BE49-F238E27FC236}">
                <a16:creationId xmlns:a16="http://schemas.microsoft.com/office/drawing/2014/main" id="{4D6248EA-4D66-AC69-EB44-A97AAA7885DD}"/>
              </a:ext>
            </a:extLst>
          </p:cNvPr>
          <p:cNvSpPr/>
          <p:nvPr/>
        </p:nvSpPr>
        <p:spPr>
          <a:xfrm>
            <a:off x="69850" y="2341563"/>
            <a:ext cx="9013825" cy="46037"/>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8" name="Rectangle 7">
            <a:extLst>
              <a:ext uri="{FF2B5EF4-FFF2-40B4-BE49-F238E27FC236}">
                <a16:creationId xmlns:a16="http://schemas.microsoft.com/office/drawing/2014/main" id="{26C70E99-6E4F-E05C-0153-6119E2A3A9A3}"/>
              </a:ext>
            </a:extLst>
          </p:cNvPr>
          <p:cNvSpPr/>
          <p:nvPr/>
        </p:nvSpPr>
        <p:spPr>
          <a:xfrm>
            <a:off x="68263" y="2468563"/>
            <a:ext cx="9015412" cy="46037"/>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2" name="Title 1"/>
          <p:cNvSpPr>
            <a:spLocks noGrp="1"/>
          </p:cNvSpPr>
          <p:nvPr>
            <p:ph type="title"/>
          </p:nvPr>
        </p:nvSpPr>
        <p:spPr>
          <a:xfrm>
            <a:off x="722313" y="952500"/>
            <a:ext cx="7772400" cy="1362075"/>
          </a:xfrm>
        </p:spPr>
        <p:txBody>
          <a:bodyPr/>
          <a:lstStyle>
            <a:lvl1pPr algn="l">
              <a:buNone/>
              <a:defRPr sz="4000" b="0" cap="none"/>
            </a:lvl1pPr>
          </a:lstStyle>
          <a:p>
            <a:r>
              <a:rPr lang="en-US"/>
              <a:t>Click to edit Master title style</a:t>
            </a:r>
          </a:p>
        </p:txBody>
      </p:sp>
      <p:sp>
        <p:nvSpPr>
          <p:cNvPr id="3" name="Text Placeholder 2"/>
          <p:cNvSpPr>
            <a:spLocks noGrp="1"/>
          </p:cNvSpPr>
          <p:nvPr>
            <p:ph type="body" idx="1"/>
          </p:nvPr>
        </p:nvSpPr>
        <p:spPr>
          <a:xfrm>
            <a:off x="722313" y="2547938"/>
            <a:ext cx="7772400" cy="1338262"/>
          </a:xfrm>
        </p:spPr>
        <p:txBody>
          <a:bodyPr/>
          <a:lstStyle>
            <a:lvl1pPr marL="0" indent="0">
              <a:buNone/>
              <a:defRPr sz="24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a:r>
              <a:rPr lang="en-US"/>
              <a:t>Click to edit Master text styles</a:t>
            </a:r>
          </a:p>
        </p:txBody>
      </p:sp>
      <p:sp>
        <p:nvSpPr>
          <p:cNvPr id="9" name="Date Placeholder 3">
            <a:extLst>
              <a:ext uri="{FF2B5EF4-FFF2-40B4-BE49-F238E27FC236}">
                <a16:creationId xmlns:a16="http://schemas.microsoft.com/office/drawing/2014/main" id="{FEEF8798-560A-9FC5-9C69-3E11CDC5DDA1}"/>
              </a:ext>
            </a:extLst>
          </p:cNvPr>
          <p:cNvSpPr>
            <a:spLocks noGrp="1"/>
          </p:cNvSpPr>
          <p:nvPr>
            <p:ph type="dt" sz="half" idx="10"/>
          </p:nvPr>
        </p:nvSpPr>
        <p:spPr/>
        <p:txBody>
          <a:bodyPr/>
          <a:lstStyle>
            <a:lvl1pPr>
              <a:defRPr/>
            </a:lvl1pPr>
          </a:lstStyle>
          <a:p>
            <a:pPr>
              <a:defRPr/>
            </a:pPr>
            <a:fld id="{F87146F3-CF9B-44EA-962E-823898A33939}" type="datetime1">
              <a:rPr lang="en-US"/>
              <a:pPr>
                <a:defRPr/>
              </a:pPr>
              <a:t>12/9/2024</a:t>
            </a:fld>
            <a:endParaRPr lang="en-US"/>
          </a:p>
        </p:txBody>
      </p:sp>
      <p:sp>
        <p:nvSpPr>
          <p:cNvPr id="10" name="Footer Placeholder 4">
            <a:extLst>
              <a:ext uri="{FF2B5EF4-FFF2-40B4-BE49-F238E27FC236}">
                <a16:creationId xmlns:a16="http://schemas.microsoft.com/office/drawing/2014/main" id="{E78121F1-44D3-803D-1458-3D9C0A73E794}"/>
              </a:ext>
            </a:extLst>
          </p:cNvPr>
          <p:cNvSpPr>
            <a:spLocks noGrp="1"/>
          </p:cNvSpPr>
          <p:nvPr>
            <p:ph type="ftr" sz="quarter" idx="11"/>
          </p:nvPr>
        </p:nvSpPr>
        <p:spPr>
          <a:xfrm>
            <a:off x="800100" y="6172200"/>
            <a:ext cx="4000500" cy="457200"/>
          </a:xfrm>
        </p:spPr>
        <p:txBody>
          <a:bodyPr/>
          <a:lstStyle>
            <a:lvl1pPr>
              <a:defRPr/>
            </a:lvl1pPr>
          </a:lstStyle>
          <a:p>
            <a:pPr>
              <a:defRPr/>
            </a:pPr>
            <a:r>
              <a:rPr lang="en-US"/>
              <a:t>Autonomous Robots -- Dr. Zawar Qayyum, 2010</a:t>
            </a:r>
          </a:p>
        </p:txBody>
      </p:sp>
      <p:sp>
        <p:nvSpPr>
          <p:cNvPr id="11" name="Slide Number Placeholder 5">
            <a:extLst>
              <a:ext uri="{FF2B5EF4-FFF2-40B4-BE49-F238E27FC236}">
                <a16:creationId xmlns:a16="http://schemas.microsoft.com/office/drawing/2014/main" id="{06822442-7084-FAA1-8C10-621C258933E7}"/>
              </a:ext>
            </a:extLst>
          </p:cNvPr>
          <p:cNvSpPr>
            <a:spLocks noGrp="1"/>
          </p:cNvSpPr>
          <p:nvPr>
            <p:ph type="sldNum" sz="quarter" idx="12"/>
          </p:nvPr>
        </p:nvSpPr>
        <p:spPr>
          <a:xfrm>
            <a:off x="146050" y="6208713"/>
            <a:ext cx="457200" cy="457200"/>
          </a:xfrm>
        </p:spPr>
        <p:txBody>
          <a:bodyPr/>
          <a:lstStyle>
            <a:lvl1pPr>
              <a:defRPr/>
            </a:lvl1pPr>
          </a:lstStyle>
          <a:p>
            <a:pPr>
              <a:defRPr/>
            </a:pPr>
            <a:fld id="{624DFF81-5A19-465F-8538-56980FBEA7A2}" type="slidenum">
              <a:rPr lang="en-US"/>
              <a:pPr>
                <a:defRPr/>
              </a:pPr>
              <a:t>‹#›</a:t>
            </a:fld>
            <a:endParaRPr lang="en-US" dirty="0"/>
          </a:p>
        </p:txBody>
      </p:sp>
    </p:spTree>
    <p:extLst>
      <p:ext uri="{BB962C8B-B14F-4D97-AF65-F5344CB8AC3E}">
        <p14:creationId xmlns:p14="http://schemas.microsoft.com/office/powerpoint/2010/main" val="4108601847"/>
      </p:ext>
    </p:extLst>
  </p:cSld>
  <p:clrMapOvr>
    <a:overrideClrMapping bg1="lt1" tx1="dk1" bg2="lt2" tx2="dk2" accent1="accent1" accent2="accent2" accent3="accent3" accent4="accent4" accent5="accent5" accent6="accent6" hlink="hlink" folHlink="folHlink"/>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9" name="Content Placeholder 8"/>
          <p:cNvSpPr>
            <a:spLocks noGrp="1"/>
          </p:cNvSpPr>
          <p:nvPr>
            <p:ph sz="quarter" idx="1"/>
          </p:nvPr>
        </p:nvSpPr>
        <p:spPr>
          <a:xfrm>
            <a:off x="914400" y="1447800"/>
            <a:ext cx="3749040"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10"/>
          <p:cNvSpPr>
            <a:spLocks noGrp="1"/>
          </p:cNvSpPr>
          <p:nvPr>
            <p:ph sz="quarter" idx="2"/>
          </p:nvPr>
        </p:nvSpPr>
        <p:spPr>
          <a:xfrm>
            <a:off x="4933950" y="1447800"/>
            <a:ext cx="3749040"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13">
            <a:extLst>
              <a:ext uri="{FF2B5EF4-FFF2-40B4-BE49-F238E27FC236}">
                <a16:creationId xmlns:a16="http://schemas.microsoft.com/office/drawing/2014/main" id="{85A727EA-423D-1720-B872-508B519605CB}"/>
              </a:ext>
            </a:extLst>
          </p:cNvPr>
          <p:cNvSpPr>
            <a:spLocks noGrp="1"/>
          </p:cNvSpPr>
          <p:nvPr>
            <p:ph type="dt" sz="half" idx="10"/>
          </p:nvPr>
        </p:nvSpPr>
        <p:spPr/>
        <p:txBody>
          <a:bodyPr/>
          <a:lstStyle>
            <a:lvl1pPr>
              <a:defRPr/>
            </a:lvl1pPr>
          </a:lstStyle>
          <a:p>
            <a:pPr>
              <a:defRPr/>
            </a:pPr>
            <a:fld id="{D22E0D77-F2CB-437E-B99C-865F2FAA5BF1}" type="datetime1">
              <a:rPr lang="en-US"/>
              <a:pPr>
                <a:defRPr/>
              </a:pPr>
              <a:t>12/9/2024</a:t>
            </a:fld>
            <a:endParaRPr lang="en-US" dirty="0"/>
          </a:p>
        </p:txBody>
      </p:sp>
      <p:sp>
        <p:nvSpPr>
          <p:cNvPr id="4" name="Footer Placeholder 2">
            <a:extLst>
              <a:ext uri="{FF2B5EF4-FFF2-40B4-BE49-F238E27FC236}">
                <a16:creationId xmlns:a16="http://schemas.microsoft.com/office/drawing/2014/main" id="{9A5A4389-BDF7-A417-3733-333E086E7A95}"/>
              </a:ext>
            </a:extLst>
          </p:cNvPr>
          <p:cNvSpPr>
            <a:spLocks noGrp="1"/>
          </p:cNvSpPr>
          <p:nvPr>
            <p:ph type="ftr" sz="quarter" idx="11"/>
          </p:nvPr>
        </p:nvSpPr>
        <p:spPr/>
        <p:txBody>
          <a:bodyPr/>
          <a:lstStyle>
            <a:lvl1pPr>
              <a:defRPr/>
            </a:lvl1pPr>
          </a:lstStyle>
          <a:p>
            <a:pPr>
              <a:defRPr/>
            </a:pPr>
            <a:r>
              <a:rPr lang="en-US"/>
              <a:t>Autonomous Robots -- Dr. Zawar Qayyum, 2010</a:t>
            </a:r>
            <a:endParaRPr lang="en-US" dirty="0"/>
          </a:p>
        </p:txBody>
      </p:sp>
      <p:sp>
        <p:nvSpPr>
          <p:cNvPr id="5" name="Slide Number Placeholder 22">
            <a:extLst>
              <a:ext uri="{FF2B5EF4-FFF2-40B4-BE49-F238E27FC236}">
                <a16:creationId xmlns:a16="http://schemas.microsoft.com/office/drawing/2014/main" id="{CA70A2B6-DEAA-4CE9-1772-E0FD3F2857E8}"/>
              </a:ext>
            </a:extLst>
          </p:cNvPr>
          <p:cNvSpPr>
            <a:spLocks noGrp="1"/>
          </p:cNvSpPr>
          <p:nvPr>
            <p:ph type="sldNum" sz="quarter" idx="12"/>
          </p:nvPr>
        </p:nvSpPr>
        <p:spPr/>
        <p:txBody>
          <a:bodyPr/>
          <a:lstStyle>
            <a:lvl1pPr>
              <a:defRPr/>
            </a:lvl1pPr>
          </a:lstStyle>
          <a:p>
            <a:pPr>
              <a:defRPr/>
            </a:pPr>
            <a:fld id="{EC9E499B-12A7-4070-B533-602FBCB95A47}" type="slidenum">
              <a:rPr lang="en-US"/>
              <a:pPr>
                <a:defRPr/>
              </a:pPr>
              <a:t>‹#›</a:t>
            </a:fld>
            <a:endParaRPr lang="en-US" dirty="0"/>
          </a:p>
        </p:txBody>
      </p:sp>
    </p:spTree>
    <p:extLst>
      <p:ext uri="{BB962C8B-B14F-4D97-AF65-F5344CB8AC3E}">
        <p14:creationId xmlns:p14="http://schemas.microsoft.com/office/powerpoint/2010/main" val="1225535232"/>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914400" y="273050"/>
            <a:ext cx="77724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914400" y="1447800"/>
            <a:ext cx="3733800" cy="762000"/>
          </a:xfrm>
          <a:noFill/>
          <a:ln w="12700" cap="sq" cmpd="sng" algn="ctr">
            <a:noFill/>
            <a:prstDash val="solid"/>
          </a:ln>
        </p:spPr>
        <p:txBody>
          <a:bodyPr anchor="b">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a:r>
              <a:rPr lang="en-US"/>
              <a:t>Click to edit Master text styles</a:t>
            </a:r>
          </a:p>
        </p:txBody>
      </p:sp>
      <p:sp>
        <p:nvSpPr>
          <p:cNvPr id="4" name="Text Placeholder 3"/>
          <p:cNvSpPr>
            <a:spLocks noGrp="1"/>
          </p:cNvSpPr>
          <p:nvPr>
            <p:ph type="body" sz="half" idx="3"/>
          </p:nvPr>
        </p:nvSpPr>
        <p:spPr>
          <a:xfrm>
            <a:off x="4953000" y="1447800"/>
            <a:ext cx="3733800" cy="762000"/>
          </a:xfrm>
          <a:noFill/>
          <a:ln w="12700" cap="sq" cmpd="sng" algn="ctr">
            <a:noFill/>
            <a:prstDash val="solid"/>
          </a:ln>
        </p:spPr>
        <p:txBody>
          <a:bodyPr anchor="b">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a:r>
              <a:rPr lang="en-US"/>
              <a:t>Click to edit Master text styles</a:t>
            </a:r>
          </a:p>
        </p:txBody>
      </p:sp>
      <p:sp>
        <p:nvSpPr>
          <p:cNvPr id="11" name="Content Placeholder 10"/>
          <p:cNvSpPr>
            <a:spLocks noGrp="1"/>
          </p:cNvSpPr>
          <p:nvPr>
            <p:ph sz="half" idx="2"/>
          </p:nvPr>
        </p:nvSpPr>
        <p:spPr>
          <a:xfrm>
            <a:off x="914400" y="2247900"/>
            <a:ext cx="3733800" cy="3886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12"/>
          <p:cNvSpPr>
            <a:spLocks noGrp="1"/>
          </p:cNvSpPr>
          <p:nvPr>
            <p:ph sz="half" idx="4"/>
          </p:nvPr>
        </p:nvSpPr>
        <p:spPr>
          <a:xfrm>
            <a:off x="4953000" y="2247900"/>
            <a:ext cx="3733800" cy="3886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13">
            <a:extLst>
              <a:ext uri="{FF2B5EF4-FFF2-40B4-BE49-F238E27FC236}">
                <a16:creationId xmlns:a16="http://schemas.microsoft.com/office/drawing/2014/main" id="{0DD01C8D-7A59-AEDC-6FC9-2E05D2C9FE2D}"/>
              </a:ext>
            </a:extLst>
          </p:cNvPr>
          <p:cNvSpPr>
            <a:spLocks noGrp="1"/>
          </p:cNvSpPr>
          <p:nvPr>
            <p:ph type="dt" sz="half" idx="10"/>
          </p:nvPr>
        </p:nvSpPr>
        <p:spPr/>
        <p:txBody>
          <a:bodyPr/>
          <a:lstStyle>
            <a:lvl1pPr>
              <a:defRPr/>
            </a:lvl1pPr>
          </a:lstStyle>
          <a:p>
            <a:pPr>
              <a:defRPr/>
            </a:pPr>
            <a:fld id="{BB597935-3823-4B60-AB1F-7B598EBC026B}" type="datetime1">
              <a:rPr lang="en-US"/>
              <a:pPr>
                <a:defRPr/>
              </a:pPr>
              <a:t>12/9/2024</a:t>
            </a:fld>
            <a:endParaRPr lang="en-US" dirty="0"/>
          </a:p>
        </p:txBody>
      </p:sp>
      <p:sp>
        <p:nvSpPr>
          <p:cNvPr id="6" name="Footer Placeholder 2">
            <a:extLst>
              <a:ext uri="{FF2B5EF4-FFF2-40B4-BE49-F238E27FC236}">
                <a16:creationId xmlns:a16="http://schemas.microsoft.com/office/drawing/2014/main" id="{1412A25E-EC09-9AF5-CF0C-124EAB34A4C9}"/>
              </a:ext>
            </a:extLst>
          </p:cNvPr>
          <p:cNvSpPr>
            <a:spLocks noGrp="1"/>
          </p:cNvSpPr>
          <p:nvPr>
            <p:ph type="ftr" sz="quarter" idx="11"/>
          </p:nvPr>
        </p:nvSpPr>
        <p:spPr/>
        <p:txBody>
          <a:bodyPr/>
          <a:lstStyle>
            <a:lvl1pPr>
              <a:defRPr/>
            </a:lvl1pPr>
          </a:lstStyle>
          <a:p>
            <a:pPr>
              <a:defRPr/>
            </a:pPr>
            <a:r>
              <a:rPr lang="en-US"/>
              <a:t>Autonomous Robots -- Dr. Zawar Qayyum, 2010</a:t>
            </a:r>
            <a:endParaRPr lang="en-US" dirty="0"/>
          </a:p>
        </p:txBody>
      </p:sp>
      <p:sp>
        <p:nvSpPr>
          <p:cNvPr id="7" name="Slide Number Placeholder 22">
            <a:extLst>
              <a:ext uri="{FF2B5EF4-FFF2-40B4-BE49-F238E27FC236}">
                <a16:creationId xmlns:a16="http://schemas.microsoft.com/office/drawing/2014/main" id="{51C5FB64-40E9-99BB-0D56-A60FA33F2247}"/>
              </a:ext>
            </a:extLst>
          </p:cNvPr>
          <p:cNvSpPr>
            <a:spLocks noGrp="1"/>
          </p:cNvSpPr>
          <p:nvPr>
            <p:ph type="sldNum" sz="quarter" idx="12"/>
          </p:nvPr>
        </p:nvSpPr>
        <p:spPr/>
        <p:txBody>
          <a:bodyPr/>
          <a:lstStyle>
            <a:lvl1pPr>
              <a:defRPr/>
            </a:lvl1pPr>
          </a:lstStyle>
          <a:p>
            <a:pPr>
              <a:defRPr/>
            </a:pPr>
            <a:fld id="{8AE4481D-4CB7-45BF-94CE-4E4E23821957}" type="slidenum">
              <a:rPr lang="en-US"/>
              <a:pPr>
                <a:defRPr/>
              </a:pPr>
              <a:t>‹#›</a:t>
            </a:fld>
            <a:endParaRPr lang="en-US" dirty="0"/>
          </a:p>
        </p:txBody>
      </p:sp>
    </p:spTree>
    <p:extLst>
      <p:ext uri="{BB962C8B-B14F-4D97-AF65-F5344CB8AC3E}">
        <p14:creationId xmlns:p14="http://schemas.microsoft.com/office/powerpoint/2010/main" val="3207893720"/>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13">
            <a:extLst>
              <a:ext uri="{FF2B5EF4-FFF2-40B4-BE49-F238E27FC236}">
                <a16:creationId xmlns:a16="http://schemas.microsoft.com/office/drawing/2014/main" id="{DAFCF03D-112D-D6F5-F0EE-9FCCC3254404}"/>
              </a:ext>
            </a:extLst>
          </p:cNvPr>
          <p:cNvSpPr>
            <a:spLocks noGrp="1"/>
          </p:cNvSpPr>
          <p:nvPr>
            <p:ph type="dt" sz="half" idx="10"/>
          </p:nvPr>
        </p:nvSpPr>
        <p:spPr/>
        <p:txBody>
          <a:bodyPr/>
          <a:lstStyle>
            <a:lvl1pPr>
              <a:defRPr/>
            </a:lvl1pPr>
          </a:lstStyle>
          <a:p>
            <a:pPr>
              <a:defRPr/>
            </a:pPr>
            <a:fld id="{7BEEAB02-4DBC-4411-A9CB-3193592CBD5F}" type="datetime1">
              <a:rPr lang="en-US"/>
              <a:pPr>
                <a:defRPr/>
              </a:pPr>
              <a:t>12/9/2024</a:t>
            </a:fld>
            <a:endParaRPr lang="en-US" dirty="0"/>
          </a:p>
        </p:txBody>
      </p:sp>
      <p:sp>
        <p:nvSpPr>
          <p:cNvPr id="4" name="Footer Placeholder 2">
            <a:extLst>
              <a:ext uri="{FF2B5EF4-FFF2-40B4-BE49-F238E27FC236}">
                <a16:creationId xmlns:a16="http://schemas.microsoft.com/office/drawing/2014/main" id="{0518BDB2-9627-E132-C991-2B1A1862C893}"/>
              </a:ext>
            </a:extLst>
          </p:cNvPr>
          <p:cNvSpPr>
            <a:spLocks noGrp="1"/>
          </p:cNvSpPr>
          <p:nvPr>
            <p:ph type="ftr" sz="quarter" idx="11"/>
          </p:nvPr>
        </p:nvSpPr>
        <p:spPr/>
        <p:txBody>
          <a:bodyPr/>
          <a:lstStyle>
            <a:lvl1pPr>
              <a:defRPr/>
            </a:lvl1pPr>
          </a:lstStyle>
          <a:p>
            <a:pPr>
              <a:defRPr/>
            </a:pPr>
            <a:r>
              <a:rPr lang="en-US"/>
              <a:t>Autonomous Robots -- Dr. Zawar Qayyum, 2010</a:t>
            </a:r>
            <a:endParaRPr lang="en-US" dirty="0"/>
          </a:p>
        </p:txBody>
      </p:sp>
      <p:sp>
        <p:nvSpPr>
          <p:cNvPr id="5" name="Slide Number Placeholder 22">
            <a:extLst>
              <a:ext uri="{FF2B5EF4-FFF2-40B4-BE49-F238E27FC236}">
                <a16:creationId xmlns:a16="http://schemas.microsoft.com/office/drawing/2014/main" id="{7B3BB722-75C9-2017-1F08-8F3CE740F081}"/>
              </a:ext>
            </a:extLst>
          </p:cNvPr>
          <p:cNvSpPr>
            <a:spLocks noGrp="1"/>
          </p:cNvSpPr>
          <p:nvPr>
            <p:ph type="sldNum" sz="quarter" idx="12"/>
          </p:nvPr>
        </p:nvSpPr>
        <p:spPr/>
        <p:txBody>
          <a:bodyPr/>
          <a:lstStyle>
            <a:lvl1pPr>
              <a:defRPr/>
            </a:lvl1pPr>
          </a:lstStyle>
          <a:p>
            <a:pPr>
              <a:defRPr/>
            </a:pPr>
            <a:fld id="{7AFFFC54-E765-4912-B6FC-158BED0589ED}" type="slidenum">
              <a:rPr lang="en-US"/>
              <a:pPr>
                <a:defRPr/>
              </a:pPr>
              <a:t>‹#›</a:t>
            </a:fld>
            <a:endParaRPr lang="en-US" dirty="0"/>
          </a:p>
        </p:txBody>
      </p:sp>
    </p:spTree>
    <p:extLst>
      <p:ext uri="{BB962C8B-B14F-4D97-AF65-F5344CB8AC3E}">
        <p14:creationId xmlns:p14="http://schemas.microsoft.com/office/powerpoint/2010/main" val="175301605"/>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3">
            <a:extLst>
              <a:ext uri="{FF2B5EF4-FFF2-40B4-BE49-F238E27FC236}">
                <a16:creationId xmlns:a16="http://schemas.microsoft.com/office/drawing/2014/main" id="{B44E7FB9-FE6D-C031-57E2-88B04A8454CF}"/>
              </a:ext>
            </a:extLst>
          </p:cNvPr>
          <p:cNvSpPr>
            <a:spLocks noGrp="1"/>
          </p:cNvSpPr>
          <p:nvPr>
            <p:ph type="dt" sz="half" idx="10"/>
          </p:nvPr>
        </p:nvSpPr>
        <p:spPr/>
        <p:txBody>
          <a:bodyPr/>
          <a:lstStyle>
            <a:lvl1pPr>
              <a:defRPr/>
            </a:lvl1pPr>
          </a:lstStyle>
          <a:p>
            <a:pPr>
              <a:defRPr/>
            </a:pPr>
            <a:fld id="{351F9184-42C5-471C-8830-963E91A90EFA}" type="datetime1">
              <a:rPr lang="en-US"/>
              <a:pPr>
                <a:defRPr/>
              </a:pPr>
              <a:t>12/9/2024</a:t>
            </a:fld>
            <a:endParaRPr lang="en-US" dirty="0"/>
          </a:p>
        </p:txBody>
      </p:sp>
      <p:sp>
        <p:nvSpPr>
          <p:cNvPr id="3" name="Footer Placeholder 2">
            <a:extLst>
              <a:ext uri="{FF2B5EF4-FFF2-40B4-BE49-F238E27FC236}">
                <a16:creationId xmlns:a16="http://schemas.microsoft.com/office/drawing/2014/main" id="{C3C6B48B-B916-6B0F-84B5-67680983A3A0}"/>
              </a:ext>
            </a:extLst>
          </p:cNvPr>
          <p:cNvSpPr>
            <a:spLocks noGrp="1"/>
          </p:cNvSpPr>
          <p:nvPr>
            <p:ph type="ftr" sz="quarter" idx="11"/>
          </p:nvPr>
        </p:nvSpPr>
        <p:spPr/>
        <p:txBody>
          <a:bodyPr/>
          <a:lstStyle>
            <a:lvl1pPr>
              <a:defRPr/>
            </a:lvl1pPr>
          </a:lstStyle>
          <a:p>
            <a:pPr>
              <a:defRPr/>
            </a:pPr>
            <a:r>
              <a:rPr lang="en-US"/>
              <a:t>Autonomous Robots -- Dr. Zawar Qayyum, 2010</a:t>
            </a:r>
            <a:endParaRPr lang="en-US" dirty="0"/>
          </a:p>
        </p:txBody>
      </p:sp>
      <p:sp>
        <p:nvSpPr>
          <p:cNvPr id="4" name="Slide Number Placeholder 22">
            <a:extLst>
              <a:ext uri="{FF2B5EF4-FFF2-40B4-BE49-F238E27FC236}">
                <a16:creationId xmlns:a16="http://schemas.microsoft.com/office/drawing/2014/main" id="{D0031520-8AC2-6819-6596-35746EF05BC6}"/>
              </a:ext>
            </a:extLst>
          </p:cNvPr>
          <p:cNvSpPr>
            <a:spLocks noGrp="1"/>
          </p:cNvSpPr>
          <p:nvPr>
            <p:ph type="sldNum" sz="quarter" idx="12"/>
          </p:nvPr>
        </p:nvSpPr>
        <p:spPr/>
        <p:txBody>
          <a:bodyPr/>
          <a:lstStyle>
            <a:lvl1pPr>
              <a:defRPr/>
            </a:lvl1pPr>
          </a:lstStyle>
          <a:p>
            <a:pPr>
              <a:defRPr/>
            </a:pPr>
            <a:fld id="{DD43651B-B929-49DC-9FB0-312006B415D3}" type="slidenum">
              <a:rPr lang="en-US"/>
              <a:pPr>
                <a:defRPr/>
              </a:pPr>
              <a:t>‹#›</a:t>
            </a:fld>
            <a:endParaRPr lang="en-US" dirty="0"/>
          </a:p>
        </p:txBody>
      </p:sp>
    </p:spTree>
    <p:extLst>
      <p:ext uri="{BB962C8B-B14F-4D97-AF65-F5344CB8AC3E}">
        <p14:creationId xmlns:p14="http://schemas.microsoft.com/office/powerpoint/2010/main" val="3975706182"/>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80A75F8-4D7F-F7EB-7525-CAB92C729284}"/>
              </a:ext>
            </a:extLst>
          </p:cNvPr>
          <p:cNvSpPr/>
          <p:nvPr/>
        </p:nvSpPr>
        <p:spPr>
          <a:xfrm>
            <a:off x="0" y="0"/>
            <a:ext cx="9144000" cy="6858000"/>
          </a:xfrm>
          <a:prstGeom prst="rect">
            <a:avLst/>
          </a:prstGeom>
          <a:solidFill>
            <a:srgbClr val="FFFFFF"/>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useBgFill="1">
        <p:nvSpPr>
          <p:cNvPr id="5" name="Rounded Rectangle 5">
            <a:extLst>
              <a:ext uri="{FF2B5EF4-FFF2-40B4-BE49-F238E27FC236}">
                <a16:creationId xmlns:a16="http://schemas.microsoft.com/office/drawing/2014/main" id="{00F761BB-BDE0-BD5D-50F2-05067F470278}"/>
              </a:ext>
            </a:extLst>
          </p:cNvPr>
          <p:cNvSpPr/>
          <p:nvPr/>
        </p:nvSpPr>
        <p:spPr>
          <a:xfrm>
            <a:off x="63500" y="69850"/>
            <a:ext cx="9013825" cy="6692900"/>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2" name="Title 1"/>
          <p:cNvSpPr>
            <a:spLocks noGrp="1"/>
          </p:cNvSpPr>
          <p:nvPr>
            <p:ph type="title"/>
          </p:nvPr>
        </p:nvSpPr>
        <p:spPr>
          <a:xfrm>
            <a:off x="914400" y="273050"/>
            <a:ext cx="7772400" cy="1143000"/>
          </a:xfrm>
        </p:spPr>
        <p:txBody>
          <a:bodyPr/>
          <a:lstStyle>
            <a:lvl1pPr algn="l">
              <a:buNone/>
              <a:defRPr sz="4000" b="0"/>
            </a:lvl1pPr>
          </a:lstStyle>
          <a:p>
            <a:r>
              <a:rPr lang="en-US"/>
              <a:t>Click to edit Master title style</a:t>
            </a:r>
          </a:p>
        </p:txBody>
      </p:sp>
      <p:sp>
        <p:nvSpPr>
          <p:cNvPr id="3" name="Text Placeholder 2"/>
          <p:cNvSpPr>
            <a:spLocks noGrp="1"/>
          </p:cNvSpPr>
          <p:nvPr>
            <p:ph type="body" idx="2"/>
          </p:nvPr>
        </p:nvSpPr>
        <p:spPr>
          <a:xfrm>
            <a:off x="914400" y="1600200"/>
            <a:ext cx="1905000" cy="4495800"/>
          </a:xfrm>
        </p:spPr>
        <p:txBody>
          <a:bodyPr/>
          <a:lstStyle>
            <a:lvl1pPr marL="0" indent="0">
              <a:buNone/>
              <a:defRPr sz="1800"/>
            </a:lvl1pPr>
            <a:lvl2pPr>
              <a:buNone/>
              <a:defRPr sz="1200"/>
            </a:lvl2pPr>
            <a:lvl3pPr>
              <a:buNone/>
              <a:defRPr sz="1000"/>
            </a:lvl3pPr>
            <a:lvl4pPr>
              <a:buNone/>
              <a:defRPr sz="900"/>
            </a:lvl4pPr>
            <a:lvl5pPr>
              <a:buNone/>
              <a:defRPr sz="900"/>
            </a:lvl5pPr>
          </a:lstStyle>
          <a:p>
            <a:pPr lvl="0"/>
            <a:r>
              <a:rPr lang="en-US"/>
              <a:t>Click to edit Master text styles</a:t>
            </a:r>
          </a:p>
        </p:txBody>
      </p:sp>
      <p:sp>
        <p:nvSpPr>
          <p:cNvPr id="11" name="Content Placeholder 10"/>
          <p:cNvSpPr>
            <a:spLocks noGrp="1"/>
          </p:cNvSpPr>
          <p:nvPr>
            <p:ph sz="quarter" idx="1"/>
          </p:nvPr>
        </p:nvSpPr>
        <p:spPr>
          <a:xfrm>
            <a:off x="2971800" y="1600200"/>
            <a:ext cx="5715000" cy="4495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Date Placeholder 4">
            <a:extLst>
              <a:ext uri="{FF2B5EF4-FFF2-40B4-BE49-F238E27FC236}">
                <a16:creationId xmlns:a16="http://schemas.microsoft.com/office/drawing/2014/main" id="{B7FB5391-5C5F-3C57-C569-7153CC9215C2}"/>
              </a:ext>
            </a:extLst>
          </p:cNvPr>
          <p:cNvSpPr>
            <a:spLocks noGrp="1"/>
          </p:cNvSpPr>
          <p:nvPr>
            <p:ph type="dt" sz="half" idx="10"/>
          </p:nvPr>
        </p:nvSpPr>
        <p:spPr/>
        <p:txBody>
          <a:bodyPr/>
          <a:lstStyle>
            <a:lvl1pPr>
              <a:defRPr/>
            </a:lvl1pPr>
          </a:lstStyle>
          <a:p>
            <a:pPr>
              <a:defRPr/>
            </a:pPr>
            <a:fld id="{5151BE9B-F2AE-404D-8360-76E4C47F9A23}" type="datetime1">
              <a:rPr lang="en-US"/>
              <a:pPr>
                <a:defRPr/>
              </a:pPr>
              <a:t>12/9/2024</a:t>
            </a:fld>
            <a:endParaRPr lang="en-US"/>
          </a:p>
        </p:txBody>
      </p:sp>
      <p:sp>
        <p:nvSpPr>
          <p:cNvPr id="7" name="Footer Placeholder 5">
            <a:extLst>
              <a:ext uri="{FF2B5EF4-FFF2-40B4-BE49-F238E27FC236}">
                <a16:creationId xmlns:a16="http://schemas.microsoft.com/office/drawing/2014/main" id="{C4CB5656-CA13-65FD-E3B4-BC93D7ED0B3B}"/>
              </a:ext>
            </a:extLst>
          </p:cNvPr>
          <p:cNvSpPr>
            <a:spLocks noGrp="1"/>
          </p:cNvSpPr>
          <p:nvPr>
            <p:ph type="ftr" sz="quarter" idx="11"/>
          </p:nvPr>
        </p:nvSpPr>
        <p:spPr/>
        <p:txBody>
          <a:bodyPr/>
          <a:lstStyle>
            <a:lvl1pPr>
              <a:defRPr/>
            </a:lvl1pPr>
          </a:lstStyle>
          <a:p>
            <a:pPr>
              <a:defRPr/>
            </a:pPr>
            <a:r>
              <a:rPr lang="en-US"/>
              <a:t>Autonomous Robots -- Dr. Zawar Qayyum, 2010</a:t>
            </a:r>
          </a:p>
        </p:txBody>
      </p:sp>
      <p:sp>
        <p:nvSpPr>
          <p:cNvPr id="8" name="Slide Number Placeholder 6">
            <a:extLst>
              <a:ext uri="{FF2B5EF4-FFF2-40B4-BE49-F238E27FC236}">
                <a16:creationId xmlns:a16="http://schemas.microsoft.com/office/drawing/2014/main" id="{7C787313-939C-6EBC-17DD-1C4BAE7C9FC5}"/>
              </a:ext>
            </a:extLst>
          </p:cNvPr>
          <p:cNvSpPr>
            <a:spLocks noGrp="1"/>
          </p:cNvSpPr>
          <p:nvPr>
            <p:ph type="sldNum" sz="quarter" idx="12"/>
          </p:nvPr>
        </p:nvSpPr>
        <p:spPr/>
        <p:txBody>
          <a:bodyPr/>
          <a:lstStyle>
            <a:lvl1pPr>
              <a:defRPr/>
            </a:lvl1pPr>
          </a:lstStyle>
          <a:p>
            <a:pPr>
              <a:defRPr/>
            </a:pPr>
            <a:fld id="{1C37AC5B-9900-44B9-87CB-09A338C94108}" type="slidenum">
              <a:rPr lang="en-US"/>
              <a:pPr>
                <a:defRPr/>
              </a:pPr>
              <a:t>‹#›</a:t>
            </a:fld>
            <a:endParaRPr lang="en-US"/>
          </a:p>
        </p:txBody>
      </p:sp>
    </p:spTree>
    <p:extLst>
      <p:ext uri="{BB962C8B-B14F-4D97-AF65-F5344CB8AC3E}">
        <p14:creationId xmlns:p14="http://schemas.microsoft.com/office/powerpoint/2010/main" val="1229769074"/>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FC621CA3-32C3-F1AD-AAC6-210E7A7B6B37}"/>
              </a:ext>
            </a:extLst>
          </p:cNvPr>
          <p:cNvSpPr/>
          <p:nvPr/>
        </p:nvSpPr>
        <p:spPr>
          <a:xfrm flipV="1">
            <a:off x="68263" y="4683125"/>
            <a:ext cx="9007475" cy="92075"/>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6" name="Rectangle 5">
            <a:extLst>
              <a:ext uri="{FF2B5EF4-FFF2-40B4-BE49-F238E27FC236}">
                <a16:creationId xmlns:a16="http://schemas.microsoft.com/office/drawing/2014/main" id="{11A3148B-EAB5-717F-53A4-82F6210A5FEC}"/>
              </a:ext>
            </a:extLst>
          </p:cNvPr>
          <p:cNvSpPr/>
          <p:nvPr/>
        </p:nvSpPr>
        <p:spPr>
          <a:xfrm>
            <a:off x="68263" y="4649788"/>
            <a:ext cx="9007475" cy="46037"/>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7" name="Rectangle 6">
            <a:extLst>
              <a:ext uri="{FF2B5EF4-FFF2-40B4-BE49-F238E27FC236}">
                <a16:creationId xmlns:a16="http://schemas.microsoft.com/office/drawing/2014/main" id="{88471194-6427-0687-91EA-ED29ADC7EC5B}"/>
              </a:ext>
            </a:extLst>
          </p:cNvPr>
          <p:cNvSpPr/>
          <p:nvPr/>
        </p:nvSpPr>
        <p:spPr>
          <a:xfrm>
            <a:off x="68263" y="4773613"/>
            <a:ext cx="9007475" cy="47625"/>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2" name="Title 1"/>
          <p:cNvSpPr>
            <a:spLocks noGrp="1"/>
          </p:cNvSpPr>
          <p:nvPr>
            <p:ph type="title"/>
          </p:nvPr>
        </p:nvSpPr>
        <p:spPr>
          <a:xfrm>
            <a:off x="914400" y="4900550"/>
            <a:ext cx="7315200" cy="522288"/>
          </a:xfrm>
        </p:spPr>
        <p:txBody>
          <a:bodyPr anchor="ctr">
            <a:noAutofit/>
          </a:bodyPr>
          <a:lstStyle>
            <a:lvl1pPr algn="l">
              <a:buNone/>
              <a:defRPr sz="2800" b="0"/>
            </a:lvl1pPr>
          </a:lstStyle>
          <a:p>
            <a:r>
              <a:rPr lang="en-US"/>
              <a:t>Click to edit Master title style</a:t>
            </a:r>
          </a:p>
        </p:txBody>
      </p:sp>
      <p:sp>
        <p:nvSpPr>
          <p:cNvPr id="4" name="Text Placeholder 3"/>
          <p:cNvSpPr>
            <a:spLocks noGrp="1"/>
          </p:cNvSpPr>
          <p:nvPr>
            <p:ph type="body" sz="half" idx="2"/>
          </p:nvPr>
        </p:nvSpPr>
        <p:spPr>
          <a:xfrm>
            <a:off x="914400" y="5445825"/>
            <a:ext cx="7315200" cy="685800"/>
          </a:xfrm>
        </p:spPr>
        <p:txBody>
          <a:bodyPr/>
          <a:lstStyle>
            <a:lvl1pPr marL="0" indent="0">
              <a:buFontTx/>
              <a:buNone/>
              <a:defRPr sz="1600"/>
            </a:lvl1pPr>
            <a:lvl2pPr>
              <a:defRPr sz="1200"/>
            </a:lvl2pPr>
            <a:lvl3pPr>
              <a:defRPr sz="1000"/>
            </a:lvl3pPr>
            <a:lvl4pPr>
              <a:defRPr sz="900"/>
            </a:lvl4pPr>
            <a:lvl5pPr>
              <a:defRPr sz="900"/>
            </a:lvl5pPr>
          </a:lstStyle>
          <a:p>
            <a:pPr lvl="0"/>
            <a:r>
              <a:rPr lang="en-US"/>
              <a:t>Click to edit Master text styles</a:t>
            </a:r>
          </a:p>
        </p:txBody>
      </p:sp>
      <p:sp>
        <p:nvSpPr>
          <p:cNvPr id="3" name="Picture Placeholder 2"/>
          <p:cNvSpPr>
            <a:spLocks noGrp="1"/>
          </p:cNvSpPr>
          <p:nvPr>
            <p:ph type="pic" idx="1"/>
          </p:nvPr>
        </p:nvSpPr>
        <p:spPr>
          <a:xfrm>
            <a:off x="68308" y="66675"/>
            <a:ext cx="9001873" cy="4581525"/>
          </a:xfrm>
          <a:prstGeom prst="round2SameRect">
            <a:avLst>
              <a:gd name="adj1" fmla="val 7101"/>
              <a:gd name="adj2" fmla="val 0"/>
            </a:avLst>
          </a:prstGeom>
          <a:solidFill>
            <a:schemeClr val="bg2"/>
          </a:solidFill>
          <a:ln w="6350">
            <a:solidFill>
              <a:schemeClr val="tx1"/>
            </a:solidFill>
          </a:ln>
        </p:spPr>
        <p:txBody>
          <a:bodyPr>
            <a:normAutofit/>
          </a:bodyPr>
          <a:lstStyle>
            <a:lvl1pPr marL="0" indent="0">
              <a:buNone/>
              <a:defRPr sz="3200"/>
            </a:lvl1pPr>
          </a:lstStyle>
          <a:p>
            <a:pPr lvl="0"/>
            <a:r>
              <a:rPr lang="en-US" noProof="0"/>
              <a:t>Click icon to add picture</a:t>
            </a:r>
            <a:endParaRPr lang="en-US" noProof="0" dirty="0"/>
          </a:p>
        </p:txBody>
      </p:sp>
      <p:sp>
        <p:nvSpPr>
          <p:cNvPr id="8" name="Date Placeholder 4">
            <a:extLst>
              <a:ext uri="{FF2B5EF4-FFF2-40B4-BE49-F238E27FC236}">
                <a16:creationId xmlns:a16="http://schemas.microsoft.com/office/drawing/2014/main" id="{85AD7A4A-CF19-FAC1-E163-54F72E4667C2}"/>
              </a:ext>
            </a:extLst>
          </p:cNvPr>
          <p:cNvSpPr>
            <a:spLocks noGrp="1"/>
          </p:cNvSpPr>
          <p:nvPr>
            <p:ph type="dt" sz="half" idx="10"/>
          </p:nvPr>
        </p:nvSpPr>
        <p:spPr/>
        <p:txBody>
          <a:bodyPr/>
          <a:lstStyle>
            <a:lvl1pPr>
              <a:defRPr/>
            </a:lvl1pPr>
          </a:lstStyle>
          <a:p>
            <a:pPr>
              <a:defRPr/>
            </a:pPr>
            <a:fld id="{61BDDA4C-E61B-45AA-92DC-5A7286C54758}" type="datetime1">
              <a:rPr lang="en-US"/>
              <a:pPr>
                <a:defRPr/>
              </a:pPr>
              <a:t>12/9/2024</a:t>
            </a:fld>
            <a:endParaRPr lang="en-US"/>
          </a:p>
        </p:txBody>
      </p:sp>
      <p:sp>
        <p:nvSpPr>
          <p:cNvPr id="9" name="Footer Placeholder 5">
            <a:extLst>
              <a:ext uri="{FF2B5EF4-FFF2-40B4-BE49-F238E27FC236}">
                <a16:creationId xmlns:a16="http://schemas.microsoft.com/office/drawing/2014/main" id="{57E1A08E-4546-EA16-322D-F4861E469100}"/>
              </a:ext>
            </a:extLst>
          </p:cNvPr>
          <p:cNvSpPr>
            <a:spLocks noGrp="1"/>
          </p:cNvSpPr>
          <p:nvPr>
            <p:ph type="ftr" sz="quarter" idx="11"/>
          </p:nvPr>
        </p:nvSpPr>
        <p:spPr>
          <a:xfrm>
            <a:off x="914400" y="6172200"/>
            <a:ext cx="3886200" cy="457200"/>
          </a:xfrm>
        </p:spPr>
        <p:txBody>
          <a:bodyPr/>
          <a:lstStyle>
            <a:lvl1pPr>
              <a:defRPr/>
            </a:lvl1pPr>
          </a:lstStyle>
          <a:p>
            <a:pPr>
              <a:defRPr/>
            </a:pPr>
            <a:r>
              <a:rPr lang="en-US"/>
              <a:t>Autonomous Robots -- Dr. Zawar Qayyum, 2010</a:t>
            </a:r>
          </a:p>
        </p:txBody>
      </p:sp>
      <p:sp>
        <p:nvSpPr>
          <p:cNvPr id="10" name="Slide Number Placeholder 6">
            <a:extLst>
              <a:ext uri="{FF2B5EF4-FFF2-40B4-BE49-F238E27FC236}">
                <a16:creationId xmlns:a16="http://schemas.microsoft.com/office/drawing/2014/main" id="{6A9493D0-50A6-BBBC-7702-1C3A956FB1A9}"/>
              </a:ext>
            </a:extLst>
          </p:cNvPr>
          <p:cNvSpPr>
            <a:spLocks noGrp="1"/>
          </p:cNvSpPr>
          <p:nvPr>
            <p:ph type="sldNum" sz="quarter" idx="12"/>
          </p:nvPr>
        </p:nvSpPr>
        <p:spPr>
          <a:xfrm>
            <a:off x="146050" y="6208713"/>
            <a:ext cx="457200" cy="457200"/>
          </a:xfrm>
        </p:spPr>
        <p:txBody>
          <a:bodyPr/>
          <a:lstStyle>
            <a:lvl1pPr>
              <a:defRPr/>
            </a:lvl1pPr>
          </a:lstStyle>
          <a:p>
            <a:pPr>
              <a:defRPr/>
            </a:pPr>
            <a:fld id="{D1340441-9DE6-4C05-BECA-F5D8485AADC5}" type="slidenum">
              <a:rPr lang="en-US"/>
              <a:pPr>
                <a:defRPr/>
              </a:pPr>
              <a:t>‹#›</a:t>
            </a:fld>
            <a:endParaRPr lang="en-US" dirty="0"/>
          </a:p>
        </p:txBody>
      </p:sp>
    </p:spTree>
    <p:extLst>
      <p:ext uri="{BB962C8B-B14F-4D97-AF65-F5344CB8AC3E}">
        <p14:creationId xmlns:p14="http://schemas.microsoft.com/office/powerpoint/2010/main" val="1811994574"/>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13">
            <a:extLst>
              <a:ext uri="{FF2B5EF4-FFF2-40B4-BE49-F238E27FC236}">
                <a16:creationId xmlns:a16="http://schemas.microsoft.com/office/drawing/2014/main" id="{7130E72F-BC3C-ED37-C974-DCEE760C8F34}"/>
              </a:ext>
            </a:extLst>
          </p:cNvPr>
          <p:cNvSpPr>
            <a:spLocks noGrp="1"/>
          </p:cNvSpPr>
          <p:nvPr>
            <p:ph type="dt" sz="half" idx="10"/>
          </p:nvPr>
        </p:nvSpPr>
        <p:spPr/>
        <p:txBody>
          <a:bodyPr/>
          <a:lstStyle>
            <a:lvl1pPr>
              <a:defRPr/>
            </a:lvl1pPr>
          </a:lstStyle>
          <a:p>
            <a:pPr>
              <a:defRPr/>
            </a:pPr>
            <a:fld id="{A746A7FD-5ADD-4773-AD68-EB7FE171801E}" type="datetime1">
              <a:rPr lang="en-US"/>
              <a:pPr>
                <a:defRPr/>
              </a:pPr>
              <a:t>12/9/2024</a:t>
            </a:fld>
            <a:endParaRPr lang="en-US" dirty="0"/>
          </a:p>
        </p:txBody>
      </p:sp>
      <p:sp>
        <p:nvSpPr>
          <p:cNvPr id="5" name="Footer Placeholder 2">
            <a:extLst>
              <a:ext uri="{FF2B5EF4-FFF2-40B4-BE49-F238E27FC236}">
                <a16:creationId xmlns:a16="http://schemas.microsoft.com/office/drawing/2014/main" id="{89EDA5C1-5613-2078-DCE9-3FDB01751A72}"/>
              </a:ext>
            </a:extLst>
          </p:cNvPr>
          <p:cNvSpPr>
            <a:spLocks noGrp="1"/>
          </p:cNvSpPr>
          <p:nvPr>
            <p:ph type="ftr" sz="quarter" idx="11"/>
          </p:nvPr>
        </p:nvSpPr>
        <p:spPr/>
        <p:txBody>
          <a:bodyPr/>
          <a:lstStyle>
            <a:lvl1pPr>
              <a:defRPr/>
            </a:lvl1pPr>
          </a:lstStyle>
          <a:p>
            <a:pPr>
              <a:defRPr/>
            </a:pPr>
            <a:r>
              <a:rPr lang="en-US"/>
              <a:t>Autonomous Robots -- Dr. Zawar Qayyum, 2010</a:t>
            </a:r>
            <a:endParaRPr lang="en-US" dirty="0"/>
          </a:p>
        </p:txBody>
      </p:sp>
      <p:sp>
        <p:nvSpPr>
          <p:cNvPr id="6" name="Slide Number Placeholder 22">
            <a:extLst>
              <a:ext uri="{FF2B5EF4-FFF2-40B4-BE49-F238E27FC236}">
                <a16:creationId xmlns:a16="http://schemas.microsoft.com/office/drawing/2014/main" id="{53059840-E86B-ADD5-7EF8-A35589786321}"/>
              </a:ext>
            </a:extLst>
          </p:cNvPr>
          <p:cNvSpPr>
            <a:spLocks noGrp="1"/>
          </p:cNvSpPr>
          <p:nvPr>
            <p:ph type="sldNum" sz="quarter" idx="12"/>
          </p:nvPr>
        </p:nvSpPr>
        <p:spPr/>
        <p:txBody>
          <a:bodyPr/>
          <a:lstStyle>
            <a:lvl1pPr>
              <a:defRPr/>
            </a:lvl1pPr>
          </a:lstStyle>
          <a:p>
            <a:pPr>
              <a:defRPr/>
            </a:pPr>
            <a:fld id="{5D4DD0B1-92D2-405B-9D48-3925CAFF04E6}" type="slidenum">
              <a:rPr lang="en-US"/>
              <a:pPr>
                <a:defRPr/>
              </a:pPr>
              <a:t>‹#›</a:t>
            </a:fld>
            <a:endParaRPr lang="en-US" dirty="0"/>
          </a:p>
        </p:txBody>
      </p:sp>
    </p:spTree>
    <p:extLst>
      <p:ext uri="{BB962C8B-B14F-4D97-AF65-F5344CB8AC3E}">
        <p14:creationId xmlns:p14="http://schemas.microsoft.com/office/powerpoint/2010/main" val="3694829794"/>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41"/>
            <a:ext cx="201168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914400" y="274640"/>
            <a:ext cx="55626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13">
            <a:extLst>
              <a:ext uri="{FF2B5EF4-FFF2-40B4-BE49-F238E27FC236}">
                <a16:creationId xmlns:a16="http://schemas.microsoft.com/office/drawing/2014/main" id="{5833E6F3-B58B-B253-D0B9-341790672221}"/>
              </a:ext>
            </a:extLst>
          </p:cNvPr>
          <p:cNvSpPr>
            <a:spLocks noGrp="1"/>
          </p:cNvSpPr>
          <p:nvPr>
            <p:ph type="dt" sz="half" idx="10"/>
          </p:nvPr>
        </p:nvSpPr>
        <p:spPr/>
        <p:txBody>
          <a:bodyPr/>
          <a:lstStyle>
            <a:lvl1pPr>
              <a:defRPr/>
            </a:lvl1pPr>
          </a:lstStyle>
          <a:p>
            <a:pPr>
              <a:defRPr/>
            </a:pPr>
            <a:fld id="{4346B97D-ADE6-4E0C-BCA7-7E89568693CF}" type="datetime1">
              <a:rPr lang="en-US"/>
              <a:pPr>
                <a:defRPr/>
              </a:pPr>
              <a:t>12/9/2024</a:t>
            </a:fld>
            <a:endParaRPr lang="en-US" dirty="0"/>
          </a:p>
        </p:txBody>
      </p:sp>
      <p:sp>
        <p:nvSpPr>
          <p:cNvPr id="5" name="Footer Placeholder 2">
            <a:extLst>
              <a:ext uri="{FF2B5EF4-FFF2-40B4-BE49-F238E27FC236}">
                <a16:creationId xmlns:a16="http://schemas.microsoft.com/office/drawing/2014/main" id="{F84AAC0C-6306-A7F2-B9B7-B579AE1CAE8C}"/>
              </a:ext>
            </a:extLst>
          </p:cNvPr>
          <p:cNvSpPr>
            <a:spLocks noGrp="1"/>
          </p:cNvSpPr>
          <p:nvPr>
            <p:ph type="ftr" sz="quarter" idx="11"/>
          </p:nvPr>
        </p:nvSpPr>
        <p:spPr/>
        <p:txBody>
          <a:bodyPr/>
          <a:lstStyle>
            <a:lvl1pPr>
              <a:defRPr/>
            </a:lvl1pPr>
          </a:lstStyle>
          <a:p>
            <a:pPr>
              <a:defRPr/>
            </a:pPr>
            <a:r>
              <a:rPr lang="en-US"/>
              <a:t>Autonomous Robots -- Dr. Zawar Qayyum, 2010</a:t>
            </a:r>
            <a:endParaRPr lang="en-US" dirty="0"/>
          </a:p>
        </p:txBody>
      </p:sp>
      <p:sp>
        <p:nvSpPr>
          <p:cNvPr id="6" name="Slide Number Placeholder 22">
            <a:extLst>
              <a:ext uri="{FF2B5EF4-FFF2-40B4-BE49-F238E27FC236}">
                <a16:creationId xmlns:a16="http://schemas.microsoft.com/office/drawing/2014/main" id="{7C8A8F67-1D77-4321-1669-039D977A5118}"/>
              </a:ext>
            </a:extLst>
          </p:cNvPr>
          <p:cNvSpPr>
            <a:spLocks noGrp="1"/>
          </p:cNvSpPr>
          <p:nvPr>
            <p:ph type="sldNum" sz="quarter" idx="12"/>
          </p:nvPr>
        </p:nvSpPr>
        <p:spPr/>
        <p:txBody>
          <a:bodyPr/>
          <a:lstStyle>
            <a:lvl1pPr>
              <a:defRPr/>
            </a:lvl1pPr>
          </a:lstStyle>
          <a:p>
            <a:pPr>
              <a:defRPr/>
            </a:pPr>
            <a:fld id="{0ACF049C-0AC7-4249-B9C4-68A089900FEB}" type="slidenum">
              <a:rPr lang="en-US"/>
              <a:pPr>
                <a:defRPr/>
              </a:pPr>
              <a:t>‹#›</a:t>
            </a:fld>
            <a:endParaRPr lang="en-US" dirty="0"/>
          </a:p>
        </p:txBody>
      </p:sp>
    </p:spTree>
    <p:extLst>
      <p:ext uri="{BB962C8B-B14F-4D97-AF65-F5344CB8AC3E}">
        <p14:creationId xmlns:p14="http://schemas.microsoft.com/office/powerpoint/2010/main" val="76120705"/>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tbl">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33388" y="228600"/>
            <a:ext cx="8277225" cy="1219200"/>
          </a:xfrm>
        </p:spPr>
        <p:txBody>
          <a:bodyPr/>
          <a:lstStyle/>
          <a:p>
            <a:r>
              <a:rPr lang="en-US"/>
              <a:t>Click to edit Master title style</a:t>
            </a:r>
          </a:p>
        </p:txBody>
      </p:sp>
      <p:sp>
        <p:nvSpPr>
          <p:cNvPr id="3" name="Table Placeholder 2"/>
          <p:cNvSpPr>
            <a:spLocks noGrp="1"/>
          </p:cNvSpPr>
          <p:nvPr>
            <p:ph type="tbl" idx="1"/>
          </p:nvPr>
        </p:nvSpPr>
        <p:spPr>
          <a:xfrm>
            <a:off x="433388" y="1524000"/>
            <a:ext cx="8277225" cy="4641850"/>
          </a:xfrm>
        </p:spPr>
        <p:txBody>
          <a:bodyPr/>
          <a:lstStyle/>
          <a:p>
            <a:pPr lvl="0"/>
            <a:endParaRPr lang="en-US" noProof="0"/>
          </a:p>
        </p:txBody>
      </p:sp>
      <p:sp>
        <p:nvSpPr>
          <p:cNvPr id="4" name="Rectangle 4">
            <a:extLst>
              <a:ext uri="{FF2B5EF4-FFF2-40B4-BE49-F238E27FC236}">
                <a16:creationId xmlns:a16="http://schemas.microsoft.com/office/drawing/2014/main" id="{8C72CBB8-40E6-3924-F7D5-8F44BE91E991}"/>
              </a:ext>
            </a:extLst>
          </p:cNvPr>
          <p:cNvSpPr>
            <a:spLocks noGrp="1" noChangeArrowheads="1"/>
          </p:cNvSpPr>
          <p:nvPr>
            <p:ph type="dt" sz="half" idx="10"/>
          </p:nvPr>
        </p:nvSpPr>
        <p:spPr/>
        <p:txBody>
          <a:bodyPr/>
          <a:lstStyle>
            <a:lvl1pPr>
              <a:defRPr/>
            </a:lvl1pPr>
          </a:lstStyle>
          <a:p>
            <a:pPr>
              <a:defRPr/>
            </a:pPr>
            <a:endParaRPr lang="de-DE"/>
          </a:p>
        </p:txBody>
      </p:sp>
    </p:spTree>
    <p:extLst>
      <p:ext uri="{BB962C8B-B14F-4D97-AF65-F5344CB8AC3E}">
        <p14:creationId xmlns:p14="http://schemas.microsoft.com/office/powerpoint/2010/main" val="8867596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2.xml"/><Relationship Id="rId13" Type="http://schemas.openxmlformats.org/officeDocument/2006/relationships/theme" Target="../theme/theme3.xml"/><Relationship Id="rId3" Type="http://schemas.openxmlformats.org/officeDocument/2006/relationships/slideLayout" Target="../slideLayouts/slideLayout27.xml"/><Relationship Id="rId7" Type="http://schemas.openxmlformats.org/officeDocument/2006/relationships/slideLayout" Target="../slideLayouts/slideLayout31.xml"/><Relationship Id="rId12" Type="http://schemas.openxmlformats.org/officeDocument/2006/relationships/slideLayout" Target="../slideLayouts/slideLayout36.xml"/><Relationship Id="rId2" Type="http://schemas.openxmlformats.org/officeDocument/2006/relationships/slideLayout" Target="../slideLayouts/slideLayout26.xm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0" Type="http://schemas.openxmlformats.org/officeDocument/2006/relationships/slideLayout" Target="../slideLayouts/slideLayout34.xml"/><Relationship Id="rId4" Type="http://schemas.openxmlformats.org/officeDocument/2006/relationships/slideLayout" Target="../slideLayouts/slideLayout28.xml"/><Relationship Id="rId9" Type="http://schemas.openxmlformats.org/officeDocument/2006/relationships/slideLayout" Target="../slideLayouts/slideLayout3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4.xml"/><Relationship Id="rId13" Type="http://schemas.openxmlformats.org/officeDocument/2006/relationships/theme" Target="../theme/theme4.xml"/><Relationship Id="rId3" Type="http://schemas.openxmlformats.org/officeDocument/2006/relationships/slideLayout" Target="../slideLayouts/slideLayout39.xml"/><Relationship Id="rId7" Type="http://schemas.openxmlformats.org/officeDocument/2006/relationships/slideLayout" Target="../slideLayouts/slideLayout43.xml"/><Relationship Id="rId12" Type="http://schemas.openxmlformats.org/officeDocument/2006/relationships/slideLayout" Target="../slideLayouts/slideLayout48.xml"/><Relationship Id="rId2" Type="http://schemas.openxmlformats.org/officeDocument/2006/relationships/slideLayout" Target="../slideLayouts/slideLayout38.xml"/><Relationship Id="rId1" Type="http://schemas.openxmlformats.org/officeDocument/2006/relationships/slideLayout" Target="../slideLayouts/slideLayout37.xml"/><Relationship Id="rId6" Type="http://schemas.openxmlformats.org/officeDocument/2006/relationships/slideLayout" Target="../slideLayouts/slideLayout42.xml"/><Relationship Id="rId11" Type="http://schemas.openxmlformats.org/officeDocument/2006/relationships/slideLayout" Target="../slideLayouts/slideLayout47.xml"/><Relationship Id="rId5" Type="http://schemas.openxmlformats.org/officeDocument/2006/relationships/slideLayout" Target="../slideLayouts/slideLayout41.xml"/><Relationship Id="rId10" Type="http://schemas.openxmlformats.org/officeDocument/2006/relationships/slideLayout" Target="../slideLayouts/slideLayout46.xml"/><Relationship Id="rId4" Type="http://schemas.openxmlformats.org/officeDocument/2006/relationships/slideLayout" Target="../slideLayouts/slideLayout40.xml"/><Relationship Id="rId9" Type="http://schemas.openxmlformats.org/officeDocument/2006/relationships/slideLayout" Target="../slideLayouts/slideLayout4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CC"/>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57D422A8-DE71-E7E8-7147-ACD4E09BAC69}"/>
              </a:ext>
            </a:extLst>
          </p:cNvPr>
          <p:cNvSpPr>
            <a:spLocks noGrp="1" noChangeArrowheads="1"/>
          </p:cNvSpPr>
          <p:nvPr>
            <p:ph type="title"/>
          </p:nvPr>
        </p:nvSpPr>
        <p:spPr bwMode="auto">
          <a:xfrm>
            <a:off x="433388" y="228600"/>
            <a:ext cx="8277225"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de-DE" altLang="en-US"/>
              <a:t>Titel bearbeiten</a:t>
            </a:r>
          </a:p>
        </p:txBody>
      </p:sp>
      <p:sp>
        <p:nvSpPr>
          <p:cNvPr id="1027" name="Rectangle 3">
            <a:extLst>
              <a:ext uri="{FF2B5EF4-FFF2-40B4-BE49-F238E27FC236}">
                <a16:creationId xmlns:a16="http://schemas.microsoft.com/office/drawing/2014/main" id="{65B69F39-6946-F181-1D28-E9CE1321A78B}"/>
              </a:ext>
            </a:extLst>
          </p:cNvPr>
          <p:cNvSpPr>
            <a:spLocks noGrp="1" noChangeArrowheads="1"/>
          </p:cNvSpPr>
          <p:nvPr>
            <p:ph type="body" idx="1"/>
          </p:nvPr>
        </p:nvSpPr>
        <p:spPr bwMode="auto">
          <a:xfrm>
            <a:off x="433388" y="1524000"/>
            <a:ext cx="8277225" cy="464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de-DE" altLang="en-US"/>
              <a:t>Erste Ebene</a:t>
            </a:r>
          </a:p>
          <a:p>
            <a:pPr lvl="1"/>
            <a:r>
              <a:rPr lang="de-DE" altLang="en-US"/>
              <a:t>Zweite Ebene</a:t>
            </a:r>
          </a:p>
          <a:p>
            <a:pPr lvl="2"/>
            <a:r>
              <a:rPr lang="de-DE" altLang="en-US"/>
              <a:t>Dritte Ebene</a:t>
            </a:r>
          </a:p>
          <a:p>
            <a:pPr lvl="3"/>
            <a:r>
              <a:rPr lang="de-DE" altLang="en-US"/>
              <a:t>Vierte Ebene</a:t>
            </a:r>
          </a:p>
          <a:p>
            <a:pPr lvl="4"/>
            <a:r>
              <a:rPr lang="de-DE" altLang="en-US"/>
              <a:t>Fünfte Ebene</a:t>
            </a:r>
          </a:p>
        </p:txBody>
      </p:sp>
      <p:sp>
        <p:nvSpPr>
          <p:cNvPr id="4100" name="Rectangle 4">
            <a:extLst>
              <a:ext uri="{FF2B5EF4-FFF2-40B4-BE49-F238E27FC236}">
                <a16:creationId xmlns:a16="http://schemas.microsoft.com/office/drawing/2014/main" id="{4A8DBC61-438B-580F-6F6D-5A3360DA0258}"/>
              </a:ext>
            </a:extLst>
          </p:cNvPr>
          <p:cNvSpPr>
            <a:spLocks noGrp="1" noChangeArrowheads="1"/>
          </p:cNvSpPr>
          <p:nvPr>
            <p:ph type="dt" sz="half" idx="2"/>
          </p:nvPr>
        </p:nvSpPr>
        <p:spPr bwMode="auto">
          <a:xfrm>
            <a:off x="0" y="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400">
                <a:latin typeface="Arial" charset="0"/>
              </a:defRPr>
            </a:lvl1pPr>
          </a:lstStyle>
          <a:p>
            <a:pPr>
              <a:defRPr/>
            </a:pPr>
            <a:endParaRPr lang="de-DE"/>
          </a:p>
        </p:txBody>
      </p:sp>
      <p:sp>
        <p:nvSpPr>
          <p:cNvPr id="1029" name="Rectangle 14">
            <a:extLst>
              <a:ext uri="{FF2B5EF4-FFF2-40B4-BE49-F238E27FC236}">
                <a16:creationId xmlns:a16="http://schemas.microsoft.com/office/drawing/2014/main" id="{2CD57D02-D529-E493-9336-E43DC90BE164}"/>
              </a:ext>
            </a:extLst>
          </p:cNvPr>
          <p:cNvSpPr>
            <a:spLocks noChangeArrowheads="1"/>
          </p:cNvSpPr>
          <p:nvPr userDrawn="1"/>
        </p:nvSpPr>
        <p:spPr bwMode="auto">
          <a:xfrm>
            <a:off x="395288" y="1125538"/>
            <a:ext cx="8748712" cy="73025"/>
          </a:xfrm>
          <a:prstGeom prst="rect">
            <a:avLst/>
          </a:prstGeom>
          <a:gradFill rotWithShape="1">
            <a:gsLst>
              <a:gs pos="0">
                <a:srgbClr val="800000"/>
              </a:gs>
              <a:gs pos="100000">
                <a:srgbClr val="FF8585">
                  <a:alpha val="0"/>
                </a:srgbClr>
              </a:gs>
            </a:gsLst>
            <a:lin ang="0" scaled="1"/>
          </a:gradFill>
          <a:ln>
            <a:noFill/>
          </a:ln>
        </p:spPr>
        <p:txBody>
          <a:bodyPr wrap="none" anchor="ct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defRPr/>
            </a:pPr>
            <a:endParaRPr lang="en-US"/>
          </a:p>
        </p:txBody>
      </p:sp>
      <p:sp>
        <p:nvSpPr>
          <p:cNvPr id="1030" name="Rectangle 10">
            <a:extLst>
              <a:ext uri="{FF2B5EF4-FFF2-40B4-BE49-F238E27FC236}">
                <a16:creationId xmlns:a16="http://schemas.microsoft.com/office/drawing/2014/main" id="{DEFA12FF-DB12-6766-3016-F520405B09D2}"/>
              </a:ext>
            </a:extLst>
          </p:cNvPr>
          <p:cNvSpPr>
            <a:spLocks noChangeArrowheads="1"/>
          </p:cNvSpPr>
          <p:nvPr userDrawn="1"/>
        </p:nvSpPr>
        <p:spPr bwMode="auto">
          <a:xfrm>
            <a:off x="0" y="6569075"/>
            <a:ext cx="9167813" cy="315913"/>
          </a:xfrm>
          <a:prstGeom prst="rect">
            <a:avLst/>
          </a:prstGeom>
          <a:gradFill rotWithShape="1">
            <a:gsLst>
              <a:gs pos="0">
                <a:srgbClr val="800000"/>
              </a:gs>
              <a:gs pos="100000">
                <a:srgbClr val="FF8585">
                  <a:alpha val="0"/>
                </a:srgbClr>
              </a:gs>
            </a:gsLst>
            <a:lin ang="0" scaled="1"/>
          </a:gradFill>
          <a:ln>
            <a:noFill/>
          </a:ln>
        </p:spPr>
        <p:txBody>
          <a:bodyPr wrap="none" anchor="ct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defRPr/>
            </a:pPr>
            <a:endParaRPr lang="en-US"/>
          </a:p>
        </p:txBody>
      </p:sp>
      <p:sp>
        <p:nvSpPr>
          <p:cNvPr id="1031" name="Text Box 11">
            <a:extLst>
              <a:ext uri="{FF2B5EF4-FFF2-40B4-BE49-F238E27FC236}">
                <a16:creationId xmlns:a16="http://schemas.microsoft.com/office/drawing/2014/main" id="{868DB847-9654-DD62-7B38-B1AECF9AF799}"/>
              </a:ext>
            </a:extLst>
          </p:cNvPr>
          <p:cNvSpPr txBox="1">
            <a:spLocks noChangeArrowheads="1"/>
          </p:cNvSpPr>
          <p:nvPr userDrawn="1"/>
        </p:nvSpPr>
        <p:spPr bwMode="auto">
          <a:xfrm>
            <a:off x="-36513" y="6583363"/>
            <a:ext cx="5905501" cy="244475"/>
          </a:xfrm>
          <a:prstGeom prst="rect">
            <a:avLst/>
          </a:prstGeom>
          <a:noFill/>
          <a:ln>
            <a:noFill/>
          </a:ln>
        </p:spPr>
        <p:txBody>
          <a:bodyP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eaLnBrk="0" fontAlgn="base" hangingPunct="0">
              <a:spcBef>
                <a:spcPct val="0"/>
              </a:spcBef>
              <a:spcAft>
                <a:spcPct val="0"/>
              </a:spcAft>
              <a:defRPr sz="2400">
                <a:solidFill>
                  <a:schemeClr val="tx1"/>
                </a:solidFill>
                <a:latin typeface="Arial" charset="0"/>
              </a:defRPr>
            </a:lvl6pPr>
            <a:lvl7pPr marL="2971800" indent="-228600" eaLnBrk="0" fontAlgn="base" hangingPunct="0">
              <a:spcBef>
                <a:spcPct val="0"/>
              </a:spcBef>
              <a:spcAft>
                <a:spcPct val="0"/>
              </a:spcAft>
              <a:defRPr sz="2400">
                <a:solidFill>
                  <a:schemeClr val="tx1"/>
                </a:solidFill>
                <a:latin typeface="Arial" charset="0"/>
              </a:defRPr>
            </a:lvl7pPr>
            <a:lvl8pPr marL="3429000" indent="-228600" eaLnBrk="0" fontAlgn="base" hangingPunct="0">
              <a:spcBef>
                <a:spcPct val="0"/>
              </a:spcBef>
              <a:spcAft>
                <a:spcPct val="0"/>
              </a:spcAft>
              <a:defRPr sz="2400">
                <a:solidFill>
                  <a:schemeClr val="tx1"/>
                </a:solidFill>
                <a:latin typeface="Arial" charset="0"/>
              </a:defRPr>
            </a:lvl8pPr>
            <a:lvl9pPr marL="3886200" indent="-228600" eaLnBrk="0" fontAlgn="base" hangingPunct="0">
              <a:spcBef>
                <a:spcPct val="0"/>
              </a:spcBef>
              <a:spcAft>
                <a:spcPct val="0"/>
              </a:spcAft>
              <a:defRPr sz="2400">
                <a:solidFill>
                  <a:schemeClr val="tx1"/>
                </a:solidFill>
                <a:latin typeface="Arial" charset="0"/>
              </a:defRPr>
            </a:lvl9pPr>
          </a:lstStyle>
          <a:p>
            <a:pPr eaLnBrk="1" hangingPunct="1">
              <a:spcBef>
                <a:spcPct val="50000"/>
              </a:spcBef>
              <a:defRPr/>
            </a:pPr>
            <a:r>
              <a:rPr lang="de-DE" sz="1000">
                <a:solidFill>
                  <a:srgbClr val="FFFF00"/>
                </a:solidFill>
                <a:cs typeface="Arial" charset="0"/>
              </a:rPr>
              <a:t>Database Systems</a:t>
            </a:r>
            <a:endParaRPr lang="de-DE" sz="1000">
              <a:solidFill>
                <a:srgbClr val="FFFF00"/>
              </a:solidFill>
            </a:endParaRPr>
          </a:p>
        </p:txBody>
      </p:sp>
      <p:sp>
        <p:nvSpPr>
          <p:cNvPr id="1032" name="Rectangle 12">
            <a:extLst>
              <a:ext uri="{FF2B5EF4-FFF2-40B4-BE49-F238E27FC236}">
                <a16:creationId xmlns:a16="http://schemas.microsoft.com/office/drawing/2014/main" id="{1CEF4E49-2303-87EA-7E6A-6505FDA6D40B}"/>
              </a:ext>
            </a:extLst>
          </p:cNvPr>
          <p:cNvSpPr>
            <a:spLocks noChangeArrowheads="1"/>
          </p:cNvSpPr>
          <p:nvPr userDrawn="1"/>
        </p:nvSpPr>
        <p:spPr bwMode="auto">
          <a:xfrm>
            <a:off x="7596188" y="6640513"/>
            <a:ext cx="1905000" cy="215900"/>
          </a:xfrm>
          <a:prstGeom prst="rect">
            <a:avLst/>
          </a:prstGeom>
          <a:noFill/>
          <a:ln>
            <a:noFill/>
          </a:ln>
        </p:spPr>
        <p:txBody>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algn="ctr" eaLnBrk="1" hangingPunct="1">
              <a:defRPr/>
            </a:pPr>
            <a:r>
              <a:rPr lang="de-DE" altLang="en-US" sz="1000"/>
              <a:t>Slide </a:t>
            </a:r>
            <a:fld id="{8CAFB4A0-DED1-4473-A4F2-3D7073AA61BA}" type="slidenum">
              <a:rPr lang="de-DE" altLang="en-US" sz="1000" smtClean="0"/>
              <a:pPr algn="ctr" eaLnBrk="1" hangingPunct="1">
                <a:defRPr/>
              </a:pPr>
              <a:t>‹#›</a:t>
            </a:fld>
            <a:endParaRPr lang="de-DE" altLang="en-US" sz="1000"/>
          </a:p>
        </p:txBody>
      </p:sp>
    </p:spTree>
  </p:cSld>
  <p:clrMap bg1="lt1" tx1="dk1" bg2="lt2" tx2="dk2" accent1="accent1" accent2="accent2" accent3="accent3" accent4="accent4" accent5="accent5" accent6="accent6" hlink="hlink" folHlink="folHlink"/>
  <p:sldLayoutIdLst>
    <p:sldLayoutId id="2147483676" r:id="rId1"/>
    <p:sldLayoutId id="2147483677" r:id="rId2"/>
    <p:sldLayoutId id="2147483678" r:id="rId3"/>
    <p:sldLayoutId id="2147483679" r:id="rId4"/>
    <p:sldLayoutId id="2147483680" r:id="rId5"/>
    <p:sldLayoutId id="2147483681" r:id="rId6"/>
    <p:sldLayoutId id="2147483682" r:id="rId7"/>
    <p:sldLayoutId id="2147483683" r:id="rId8"/>
    <p:sldLayoutId id="2147483684" r:id="rId9"/>
    <p:sldLayoutId id="2147483685" r:id="rId10"/>
    <p:sldLayoutId id="2147483686" r:id="rId11"/>
    <p:sldLayoutId id="2147483687" r:id="rId12"/>
  </p:sldLayoutIdLst>
  <p:txStyles>
    <p:titleStyle>
      <a:lvl1pPr algn="l" rtl="0" eaLnBrk="0" fontAlgn="base" hangingPunct="0">
        <a:spcBef>
          <a:spcPct val="0"/>
        </a:spcBef>
        <a:spcAft>
          <a:spcPct val="0"/>
        </a:spcAft>
        <a:defRPr sz="4000">
          <a:solidFill>
            <a:schemeClr val="tx2"/>
          </a:solidFill>
          <a:latin typeface="+mj-lt"/>
          <a:ea typeface="+mj-ea"/>
          <a:cs typeface="+mj-cs"/>
        </a:defRPr>
      </a:lvl1pPr>
      <a:lvl2pPr algn="l" rtl="0" eaLnBrk="0" fontAlgn="base" hangingPunct="0">
        <a:spcBef>
          <a:spcPct val="0"/>
        </a:spcBef>
        <a:spcAft>
          <a:spcPct val="0"/>
        </a:spcAft>
        <a:defRPr sz="4000">
          <a:solidFill>
            <a:schemeClr val="tx2"/>
          </a:solidFill>
          <a:latin typeface="Arial" charset="0"/>
        </a:defRPr>
      </a:lvl2pPr>
      <a:lvl3pPr algn="l" rtl="0" eaLnBrk="0" fontAlgn="base" hangingPunct="0">
        <a:spcBef>
          <a:spcPct val="0"/>
        </a:spcBef>
        <a:spcAft>
          <a:spcPct val="0"/>
        </a:spcAft>
        <a:defRPr sz="4000">
          <a:solidFill>
            <a:schemeClr val="tx2"/>
          </a:solidFill>
          <a:latin typeface="Arial" charset="0"/>
        </a:defRPr>
      </a:lvl3pPr>
      <a:lvl4pPr algn="l" rtl="0" eaLnBrk="0" fontAlgn="base" hangingPunct="0">
        <a:spcBef>
          <a:spcPct val="0"/>
        </a:spcBef>
        <a:spcAft>
          <a:spcPct val="0"/>
        </a:spcAft>
        <a:defRPr sz="4000">
          <a:solidFill>
            <a:schemeClr val="tx2"/>
          </a:solidFill>
          <a:latin typeface="Arial" charset="0"/>
        </a:defRPr>
      </a:lvl4pPr>
      <a:lvl5pPr algn="l" rtl="0" eaLnBrk="0" fontAlgn="base" hangingPunct="0">
        <a:spcBef>
          <a:spcPct val="0"/>
        </a:spcBef>
        <a:spcAft>
          <a:spcPct val="0"/>
        </a:spcAft>
        <a:defRPr sz="4000">
          <a:solidFill>
            <a:schemeClr val="tx2"/>
          </a:solidFill>
          <a:latin typeface="Arial" charset="0"/>
        </a:defRPr>
      </a:lvl5pPr>
      <a:lvl6pPr marL="457200" algn="l" rtl="0" fontAlgn="base">
        <a:spcBef>
          <a:spcPct val="0"/>
        </a:spcBef>
        <a:spcAft>
          <a:spcPct val="0"/>
        </a:spcAft>
        <a:defRPr sz="4000">
          <a:solidFill>
            <a:schemeClr val="tx2"/>
          </a:solidFill>
          <a:latin typeface="Arial" charset="0"/>
        </a:defRPr>
      </a:lvl6pPr>
      <a:lvl7pPr marL="914400" algn="l" rtl="0" fontAlgn="base">
        <a:spcBef>
          <a:spcPct val="0"/>
        </a:spcBef>
        <a:spcAft>
          <a:spcPct val="0"/>
        </a:spcAft>
        <a:defRPr sz="4000">
          <a:solidFill>
            <a:schemeClr val="tx2"/>
          </a:solidFill>
          <a:latin typeface="Arial" charset="0"/>
        </a:defRPr>
      </a:lvl7pPr>
      <a:lvl8pPr marL="1371600" algn="l" rtl="0" fontAlgn="base">
        <a:spcBef>
          <a:spcPct val="0"/>
        </a:spcBef>
        <a:spcAft>
          <a:spcPct val="0"/>
        </a:spcAft>
        <a:defRPr sz="4000">
          <a:solidFill>
            <a:schemeClr val="tx2"/>
          </a:solidFill>
          <a:latin typeface="Arial" charset="0"/>
        </a:defRPr>
      </a:lvl8pPr>
      <a:lvl9pPr marL="1828800" algn="l" rtl="0" fontAlgn="base">
        <a:spcBef>
          <a:spcPct val="0"/>
        </a:spcBef>
        <a:spcAft>
          <a:spcPct val="0"/>
        </a:spcAft>
        <a:defRPr sz="4000">
          <a:solidFill>
            <a:schemeClr val="tx2"/>
          </a:solidFill>
          <a:latin typeface="Arial" charset="0"/>
        </a:defRPr>
      </a:lvl9pPr>
    </p:titleStyle>
    <p:bodyStyle>
      <a:lvl1pPr marL="342900" indent="-342900" algn="l" rtl="0" eaLnBrk="0" fontAlgn="base" hangingPunct="0">
        <a:spcBef>
          <a:spcPct val="20000"/>
        </a:spcBef>
        <a:spcAft>
          <a:spcPct val="0"/>
        </a:spcAft>
        <a:buChar char="•"/>
        <a:defRPr sz="28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a:solidFill>
            <a:schemeClr val="tx1"/>
          </a:solidFill>
          <a:latin typeface="+mn-lt"/>
        </a:defRPr>
      </a:lvl6pPr>
      <a:lvl7pPr marL="2971800" indent="-228600" algn="l" rtl="0" fontAlgn="base">
        <a:spcBef>
          <a:spcPct val="20000"/>
        </a:spcBef>
        <a:spcAft>
          <a:spcPct val="0"/>
        </a:spcAft>
        <a:buChar char="»"/>
        <a:defRPr>
          <a:solidFill>
            <a:schemeClr val="tx1"/>
          </a:solidFill>
          <a:latin typeface="+mn-lt"/>
        </a:defRPr>
      </a:lvl7pPr>
      <a:lvl8pPr marL="3429000" indent="-228600" algn="l" rtl="0" fontAlgn="base">
        <a:spcBef>
          <a:spcPct val="20000"/>
        </a:spcBef>
        <a:spcAft>
          <a:spcPct val="0"/>
        </a:spcAft>
        <a:buChar char="»"/>
        <a:defRPr>
          <a:solidFill>
            <a:schemeClr val="tx1"/>
          </a:solidFill>
          <a:latin typeface="+mn-lt"/>
        </a:defRPr>
      </a:lvl8pPr>
      <a:lvl9pPr marL="3886200" indent="-228600" algn="l" rtl="0" fontAlgn="base">
        <a:spcBef>
          <a:spcPct val="20000"/>
        </a:spcBef>
        <a:spcAft>
          <a:spcPct val="0"/>
        </a:spcAft>
        <a:buChar char="»"/>
        <a:defRPr>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CC"/>
        </a:solidFill>
        <a:effectLst/>
      </p:bgPr>
    </p:bg>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A2E24E1B-7DD7-0AE9-8185-39582F3038F5}"/>
              </a:ext>
            </a:extLst>
          </p:cNvPr>
          <p:cNvSpPr>
            <a:spLocks noGrp="1" noChangeArrowheads="1"/>
          </p:cNvSpPr>
          <p:nvPr>
            <p:ph type="title"/>
          </p:nvPr>
        </p:nvSpPr>
        <p:spPr bwMode="auto">
          <a:xfrm>
            <a:off x="433388" y="228600"/>
            <a:ext cx="8277225"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de-DE" altLang="en-US"/>
              <a:t>Titel bearbeiten</a:t>
            </a:r>
          </a:p>
        </p:txBody>
      </p:sp>
      <p:sp>
        <p:nvSpPr>
          <p:cNvPr id="2051" name="Rectangle 3">
            <a:extLst>
              <a:ext uri="{FF2B5EF4-FFF2-40B4-BE49-F238E27FC236}">
                <a16:creationId xmlns:a16="http://schemas.microsoft.com/office/drawing/2014/main" id="{4385CB95-8CD6-93C2-20A8-77CC7D5C9AE3}"/>
              </a:ext>
            </a:extLst>
          </p:cNvPr>
          <p:cNvSpPr>
            <a:spLocks noGrp="1" noChangeArrowheads="1"/>
          </p:cNvSpPr>
          <p:nvPr>
            <p:ph type="body" idx="1"/>
          </p:nvPr>
        </p:nvSpPr>
        <p:spPr bwMode="auto">
          <a:xfrm>
            <a:off x="433388" y="1524000"/>
            <a:ext cx="8277225" cy="464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de-DE" altLang="en-US"/>
              <a:t>Erste Ebene</a:t>
            </a:r>
          </a:p>
          <a:p>
            <a:pPr lvl="1"/>
            <a:r>
              <a:rPr lang="de-DE" altLang="en-US"/>
              <a:t>Zweite Ebene</a:t>
            </a:r>
          </a:p>
          <a:p>
            <a:pPr lvl="2"/>
            <a:r>
              <a:rPr lang="de-DE" altLang="en-US"/>
              <a:t>Dritte Ebene</a:t>
            </a:r>
          </a:p>
          <a:p>
            <a:pPr lvl="3"/>
            <a:r>
              <a:rPr lang="de-DE" altLang="en-US"/>
              <a:t>Vierte Ebene</a:t>
            </a:r>
          </a:p>
          <a:p>
            <a:pPr lvl="4"/>
            <a:r>
              <a:rPr lang="de-DE" altLang="en-US"/>
              <a:t>Fünfte Ebene</a:t>
            </a:r>
          </a:p>
        </p:txBody>
      </p:sp>
      <p:sp>
        <p:nvSpPr>
          <p:cNvPr id="4100" name="Rectangle 4">
            <a:extLst>
              <a:ext uri="{FF2B5EF4-FFF2-40B4-BE49-F238E27FC236}">
                <a16:creationId xmlns:a16="http://schemas.microsoft.com/office/drawing/2014/main" id="{8D228761-D1AB-FDA0-5A14-64C0D4842DEC}"/>
              </a:ext>
            </a:extLst>
          </p:cNvPr>
          <p:cNvSpPr>
            <a:spLocks noGrp="1" noChangeArrowheads="1"/>
          </p:cNvSpPr>
          <p:nvPr>
            <p:ph type="dt" sz="half" idx="2"/>
          </p:nvPr>
        </p:nvSpPr>
        <p:spPr bwMode="auto">
          <a:xfrm>
            <a:off x="0" y="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400">
                <a:solidFill>
                  <a:srgbClr val="000000"/>
                </a:solidFill>
                <a:latin typeface="Arial" charset="0"/>
              </a:defRPr>
            </a:lvl1pPr>
          </a:lstStyle>
          <a:p>
            <a:pPr>
              <a:defRPr/>
            </a:pPr>
            <a:endParaRPr lang="de-DE"/>
          </a:p>
        </p:txBody>
      </p:sp>
      <p:sp>
        <p:nvSpPr>
          <p:cNvPr id="2053" name="Rectangle 14">
            <a:extLst>
              <a:ext uri="{FF2B5EF4-FFF2-40B4-BE49-F238E27FC236}">
                <a16:creationId xmlns:a16="http://schemas.microsoft.com/office/drawing/2014/main" id="{6BC4FF56-53CA-C66E-D412-344CAA4EED1F}"/>
              </a:ext>
            </a:extLst>
          </p:cNvPr>
          <p:cNvSpPr>
            <a:spLocks noChangeArrowheads="1"/>
          </p:cNvSpPr>
          <p:nvPr userDrawn="1"/>
        </p:nvSpPr>
        <p:spPr bwMode="auto">
          <a:xfrm>
            <a:off x="395288" y="1125538"/>
            <a:ext cx="8748712" cy="73025"/>
          </a:xfrm>
          <a:prstGeom prst="rect">
            <a:avLst/>
          </a:prstGeom>
          <a:gradFill rotWithShape="1">
            <a:gsLst>
              <a:gs pos="0">
                <a:srgbClr val="800000"/>
              </a:gs>
              <a:gs pos="100000">
                <a:srgbClr val="FF8585">
                  <a:alpha val="0"/>
                </a:srgbClr>
              </a:gs>
            </a:gsLst>
            <a:lin ang="0" scaled="1"/>
          </a:gradFill>
          <a:ln>
            <a:noFill/>
          </a:ln>
        </p:spPr>
        <p:txBody>
          <a:bodyPr wrap="none" anchor="ct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defRPr/>
            </a:pPr>
            <a:endParaRPr lang="en-US">
              <a:solidFill>
                <a:srgbClr val="000000"/>
              </a:solidFill>
            </a:endParaRPr>
          </a:p>
        </p:txBody>
      </p:sp>
      <p:sp>
        <p:nvSpPr>
          <p:cNvPr id="2054" name="Rectangle 10">
            <a:extLst>
              <a:ext uri="{FF2B5EF4-FFF2-40B4-BE49-F238E27FC236}">
                <a16:creationId xmlns:a16="http://schemas.microsoft.com/office/drawing/2014/main" id="{068FBA64-9CDB-5CA7-214C-AC26B8BA497D}"/>
              </a:ext>
            </a:extLst>
          </p:cNvPr>
          <p:cNvSpPr>
            <a:spLocks noChangeArrowheads="1"/>
          </p:cNvSpPr>
          <p:nvPr userDrawn="1"/>
        </p:nvSpPr>
        <p:spPr bwMode="auto">
          <a:xfrm>
            <a:off x="0" y="6569075"/>
            <a:ext cx="9167813" cy="315913"/>
          </a:xfrm>
          <a:prstGeom prst="rect">
            <a:avLst/>
          </a:prstGeom>
          <a:gradFill rotWithShape="1">
            <a:gsLst>
              <a:gs pos="0">
                <a:srgbClr val="800000"/>
              </a:gs>
              <a:gs pos="100000">
                <a:srgbClr val="FF8585">
                  <a:alpha val="0"/>
                </a:srgbClr>
              </a:gs>
            </a:gsLst>
            <a:lin ang="0" scaled="1"/>
          </a:gradFill>
          <a:ln>
            <a:noFill/>
          </a:ln>
        </p:spPr>
        <p:txBody>
          <a:bodyPr wrap="none" anchor="ct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defRPr/>
            </a:pPr>
            <a:endParaRPr lang="en-US">
              <a:solidFill>
                <a:srgbClr val="000000"/>
              </a:solidFill>
            </a:endParaRPr>
          </a:p>
        </p:txBody>
      </p:sp>
      <p:sp>
        <p:nvSpPr>
          <p:cNvPr id="1031" name="Text Box 11">
            <a:extLst>
              <a:ext uri="{FF2B5EF4-FFF2-40B4-BE49-F238E27FC236}">
                <a16:creationId xmlns:a16="http://schemas.microsoft.com/office/drawing/2014/main" id="{70251C82-DD4C-7EED-C6E2-77CC793E7059}"/>
              </a:ext>
            </a:extLst>
          </p:cNvPr>
          <p:cNvSpPr txBox="1">
            <a:spLocks noChangeArrowheads="1"/>
          </p:cNvSpPr>
          <p:nvPr userDrawn="1"/>
        </p:nvSpPr>
        <p:spPr bwMode="auto">
          <a:xfrm>
            <a:off x="-36513" y="6583363"/>
            <a:ext cx="5905501" cy="244475"/>
          </a:xfrm>
          <a:prstGeom prst="rect">
            <a:avLst/>
          </a:prstGeom>
          <a:noFill/>
          <a:ln>
            <a:noFill/>
          </a:ln>
        </p:spPr>
        <p:txBody>
          <a:bodyPr>
            <a:spAutoFit/>
          </a:bodyPr>
          <a:lstStyle>
            <a:lvl1pPr eaLnBrk="0" hangingPunct="0">
              <a:defRPr sz="2400">
                <a:solidFill>
                  <a:schemeClr val="tx1"/>
                </a:solidFill>
                <a:latin typeface="Arial" pitchFamily="34" charset="0"/>
              </a:defRPr>
            </a:lvl1pPr>
            <a:lvl2pPr marL="742950" indent="-285750" eaLnBrk="0" hangingPunct="0">
              <a:defRPr sz="2400">
                <a:solidFill>
                  <a:schemeClr val="tx1"/>
                </a:solidFill>
                <a:latin typeface="Arial" pitchFamily="34" charset="0"/>
              </a:defRPr>
            </a:lvl2pPr>
            <a:lvl3pPr marL="1143000" indent="-228600" eaLnBrk="0" hangingPunct="0">
              <a:defRPr sz="2400">
                <a:solidFill>
                  <a:schemeClr val="tx1"/>
                </a:solidFill>
                <a:latin typeface="Arial" pitchFamily="34" charset="0"/>
              </a:defRPr>
            </a:lvl3pPr>
            <a:lvl4pPr marL="1600200" indent="-228600" eaLnBrk="0" hangingPunct="0">
              <a:defRPr sz="2400">
                <a:solidFill>
                  <a:schemeClr val="tx1"/>
                </a:solidFill>
                <a:latin typeface="Arial" pitchFamily="34" charset="0"/>
              </a:defRPr>
            </a:lvl4pPr>
            <a:lvl5pPr marL="2057400" indent="-228600" eaLnBrk="0" hangingPunct="0">
              <a:defRPr sz="2400">
                <a:solidFill>
                  <a:schemeClr val="tx1"/>
                </a:solidFill>
                <a:latin typeface="Arial" pitchFamily="34" charset="0"/>
              </a:defRPr>
            </a:lvl5pPr>
            <a:lvl6pPr marL="2514600" indent="-228600" eaLnBrk="0" fontAlgn="base" hangingPunct="0">
              <a:spcBef>
                <a:spcPct val="0"/>
              </a:spcBef>
              <a:spcAft>
                <a:spcPct val="0"/>
              </a:spcAft>
              <a:defRPr sz="2400">
                <a:solidFill>
                  <a:schemeClr val="tx1"/>
                </a:solidFill>
                <a:latin typeface="Arial" pitchFamily="34" charset="0"/>
              </a:defRPr>
            </a:lvl6pPr>
            <a:lvl7pPr marL="2971800" indent="-228600" eaLnBrk="0" fontAlgn="base" hangingPunct="0">
              <a:spcBef>
                <a:spcPct val="0"/>
              </a:spcBef>
              <a:spcAft>
                <a:spcPct val="0"/>
              </a:spcAft>
              <a:defRPr sz="2400">
                <a:solidFill>
                  <a:schemeClr val="tx1"/>
                </a:solidFill>
                <a:latin typeface="Arial" pitchFamily="34" charset="0"/>
              </a:defRPr>
            </a:lvl7pPr>
            <a:lvl8pPr marL="3429000" indent="-228600" eaLnBrk="0" fontAlgn="base" hangingPunct="0">
              <a:spcBef>
                <a:spcPct val="0"/>
              </a:spcBef>
              <a:spcAft>
                <a:spcPct val="0"/>
              </a:spcAft>
              <a:defRPr sz="2400">
                <a:solidFill>
                  <a:schemeClr val="tx1"/>
                </a:solidFill>
                <a:latin typeface="Arial" pitchFamily="34" charset="0"/>
              </a:defRPr>
            </a:lvl8pPr>
            <a:lvl9pPr marL="3886200" indent="-228600" eaLnBrk="0" fontAlgn="base" hangingPunct="0">
              <a:spcBef>
                <a:spcPct val="0"/>
              </a:spcBef>
              <a:spcAft>
                <a:spcPct val="0"/>
              </a:spcAft>
              <a:defRPr sz="2400">
                <a:solidFill>
                  <a:schemeClr val="tx1"/>
                </a:solidFill>
                <a:latin typeface="Arial" pitchFamily="34" charset="0"/>
              </a:defRPr>
            </a:lvl9pPr>
          </a:lstStyle>
          <a:p>
            <a:pPr eaLnBrk="1" hangingPunct="1">
              <a:spcBef>
                <a:spcPct val="50000"/>
              </a:spcBef>
              <a:defRPr/>
            </a:pPr>
            <a:r>
              <a:rPr lang="de-DE" sz="1000">
                <a:solidFill>
                  <a:srgbClr val="FFFFFF"/>
                </a:solidFill>
                <a:cs typeface="Arial" pitchFamily="34" charset="0"/>
              </a:rPr>
              <a:t>© 2009</a:t>
            </a:r>
            <a:r>
              <a:rPr lang="de-DE" sz="1000">
                <a:solidFill>
                  <a:srgbClr val="FFFF00"/>
                </a:solidFill>
                <a:cs typeface="Arial" pitchFamily="34" charset="0"/>
              </a:rPr>
              <a:t>   Punjab University College of Information Technology (PUCIT) </a:t>
            </a:r>
            <a:endParaRPr lang="de-DE" sz="1000">
              <a:solidFill>
                <a:srgbClr val="FFFF00"/>
              </a:solidFill>
            </a:endParaRPr>
          </a:p>
        </p:txBody>
      </p:sp>
      <p:sp>
        <p:nvSpPr>
          <p:cNvPr id="1032" name="Text Box 13">
            <a:extLst>
              <a:ext uri="{FF2B5EF4-FFF2-40B4-BE49-F238E27FC236}">
                <a16:creationId xmlns:a16="http://schemas.microsoft.com/office/drawing/2014/main" id="{FDDE0A68-CF84-C3AB-FBC1-420598460675}"/>
              </a:ext>
            </a:extLst>
          </p:cNvPr>
          <p:cNvSpPr txBox="1">
            <a:spLocks noChangeArrowheads="1"/>
          </p:cNvSpPr>
          <p:nvPr userDrawn="1"/>
        </p:nvSpPr>
        <p:spPr bwMode="auto">
          <a:xfrm>
            <a:off x="3924300" y="6583363"/>
            <a:ext cx="1655763" cy="244475"/>
          </a:xfrm>
          <a:prstGeom prst="rect">
            <a:avLst/>
          </a:prstGeom>
          <a:noFill/>
          <a:ln>
            <a:noFill/>
          </a:ln>
        </p:spPr>
        <p:txBody>
          <a:bodyPr>
            <a:spAutoFit/>
          </a:bodyPr>
          <a:lstStyle>
            <a:lvl1pPr eaLnBrk="0" hangingPunct="0">
              <a:defRPr sz="2400">
                <a:solidFill>
                  <a:schemeClr val="tx1"/>
                </a:solidFill>
                <a:latin typeface="Arial" pitchFamily="34" charset="0"/>
              </a:defRPr>
            </a:lvl1pPr>
            <a:lvl2pPr marL="742950" indent="-285750" eaLnBrk="0" hangingPunct="0">
              <a:defRPr sz="2400">
                <a:solidFill>
                  <a:schemeClr val="tx1"/>
                </a:solidFill>
                <a:latin typeface="Arial" pitchFamily="34" charset="0"/>
              </a:defRPr>
            </a:lvl2pPr>
            <a:lvl3pPr marL="1143000" indent="-228600" eaLnBrk="0" hangingPunct="0">
              <a:defRPr sz="2400">
                <a:solidFill>
                  <a:schemeClr val="tx1"/>
                </a:solidFill>
                <a:latin typeface="Arial" pitchFamily="34" charset="0"/>
              </a:defRPr>
            </a:lvl3pPr>
            <a:lvl4pPr marL="1600200" indent="-228600" eaLnBrk="0" hangingPunct="0">
              <a:defRPr sz="2400">
                <a:solidFill>
                  <a:schemeClr val="tx1"/>
                </a:solidFill>
                <a:latin typeface="Arial" pitchFamily="34" charset="0"/>
              </a:defRPr>
            </a:lvl4pPr>
            <a:lvl5pPr marL="2057400" indent="-228600" eaLnBrk="0" hangingPunct="0">
              <a:defRPr sz="2400">
                <a:solidFill>
                  <a:schemeClr val="tx1"/>
                </a:solidFill>
                <a:latin typeface="Arial" pitchFamily="34" charset="0"/>
              </a:defRPr>
            </a:lvl5pPr>
            <a:lvl6pPr marL="2514600" indent="-228600" eaLnBrk="0" fontAlgn="base" hangingPunct="0">
              <a:spcBef>
                <a:spcPct val="0"/>
              </a:spcBef>
              <a:spcAft>
                <a:spcPct val="0"/>
              </a:spcAft>
              <a:defRPr sz="2400">
                <a:solidFill>
                  <a:schemeClr val="tx1"/>
                </a:solidFill>
                <a:latin typeface="Arial" pitchFamily="34" charset="0"/>
              </a:defRPr>
            </a:lvl6pPr>
            <a:lvl7pPr marL="2971800" indent="-228600" eaLnBrk="0" fontAlgn="base" hangingPunct="0">
              <a:spcBef>
                <a:spcPct val="0"/>
              </a:spcBef>
              <a:spcAft>
                <a:spcPct val="0"/>
              </a:spcAft>
              <a:defRPr sz="2400">
                <a:solidFill>
                  <a:schemeClr val="tx1"/>
                </a:solidFill>
                <a:latin typeface="Arial" pitchFamily="34" charset="0"/>
              </a:defRPr>
            </a:lvl7pPr>
            <a:lvl8pPr marL="3429000" indent="-228600" eaLnBrk="0" fontAlgn="base" hangingPunct="0">
              <a:spcBef>
                <a:spcPct val="0"/>
              </a:spcBef>
              <a:spcAft>
                <a:spcPct val="0"/>
              </a:spcAft>
              <a:defRPr sz="2400">
                <a:solidFill>
                  <a:schemeClr val="tx1"/>
                </a:solidFill>
                <a:latin typeface="Arial" pitchFamily="34" charset="0"/>
              </a:defRPr>
            </a:lvl8pPr>
            <a:lvl9pPr marL="3886200" indent="-228600" eaLnBrk="0" fontAlgn="base" hangingPunct="0">
              <a:spcBef>
                <a:spcPct val="0"/>
              </a:spcBef>
              <a:spcAft>
                <a:spcPct val="0"/>
              </a:spcAft>
              <a:defRPr sz="2400">
                <a:solidFill>
                  <a:schemeClr val="tx1"/>
                </a:solidFill>
                <a:latin typeface="Arial" pitchFamily="34" charset="0"/>
              </a:defRPr>
            </a:lvl9pPr>
          </a:lstStyle>
          <a:p>
            <a:pPr eaLnBrk="1" hangingPunct="1">
              <a:spcBef>
                <a:spcPct val="50000"/>
              </a:spcBef>
              <a:defRPr/>
            </a:pPr>
            <a:r>
              <a:rPr lang="de-AT" sz="1000">
                <a:solidFill>
                  <a:srgbClr val="0000CC"/>
                </a:solidFill>
              </a:rPr>
              <a:t>       </a:t>
            </a:r>
            <a:r>
              <a:rPr lang="de-AT" sz="1000">
                <a:solidFill>
                  <a:srgbClr val="000000"/>
                </a:solidFill>
              </a:rPr>
              <a:t>September 8, 2009</a:t>
            </a:r>
          </a:p>
        </p:txBody>
      </p:sp>
      <p:sp>
        <p:nvSpPr>
          <p:cNvPr id="2057" name="Rectangle 12">
            <a:extLst>
              <a:ext uri="{FF2B5EF4-FFF2-40B4-BE49-F238E27FC236}">
                <a16:creationId xmlns:a16="http://schemas.microsoft.com/office/drawing/2014/main" id="{11B98656-A59E-69D2-5593-34BABBEE3F59}"/>
              </a:ext>
            </a:extLst>
          </p:cNvPr>
          <p:cNvSpPr>
            <a:spLocks noChangeArrowheads="1"/>
          </p:cNvSpPr>
          <p:nvPr userDrawn="1"/>
        </p:nvSpPr>
        <p:spPr bwMode="auto">
          <a:xfrm>
            <a:off x="7596188" y="6640513"/>
            <a:ext cx="1905000" cy="215900"/>
          </a:xfrm>
          <a:prstGeom prst="rect">
            <a:avLst/>
          </a:prstGeom>
          <a:noFill/>
          <a:ln>
            <a:noFill/>
          </a:ln>
        </p:spPr>
        <p:txBody>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algn="ctr" eaLnBrk="1" hangingPunct="1">
              <a:defRPr/>
            </a:pPr>
            <a:r>
              <a:rPr lang="de-DE" altLang="en-US" sz="1000">
                <a:solidFill>
                  <a:srgbClr val="000000"/>
                </a:solidFill>
              </a:rPr>
              <a:t>Slide </a:t>
            </a:r>
            <a:fld id="{DA0C1DFA-950E-4DF4-95DE-E6CDE7BB5337}" type="slidenum">
              <a:rPr lang="de-DE" altLang="en-US" sz="1000" smtClean="0">
                <a:solidFill>
                  <a:srgbClr val="000000"/>
                </a:solidFill>
              </a:rPr>
              <a:pPr algn="ctr" eaLnBrk="1" hangingPunct="1">
                <a:defRPr/>
              </a:pPr>
              <a:t>‹#›</a:t>
            </a:fld>
            <a:endParaRPr lang="de-DE" altLang="en-US" sz="1000">
              <a:solidFill>
                <a:srgbClr val="000000"/>
              </a:solidFill>
            </a:endParaRPr>
          </a:p>
        </p:txBody>
      </p:sp>
    </p:spTree>
  </p:cSld>
  <p:clrMap bg1="lt1" tx1="dk1" bg2="lt2" tx2="dk2" accent1="accent1" accent2="accent2" accent3="accent3" accent4="accent4" accent5="accent5" accent6="accent6" hlink="hlink" folHlink="folHlink"/>
  <p:sldLayoutIdLst>
    <p:sldLayoutId id="2147483688" r:id="rId1"/>
    <p:sldLayoutId id="2147483689" r:id="rId2"/>
    <p:sldLayoutId id="2147483690" r:id="rId3"/>
    <p:sldLayoutId id="2147483691" r:id="rId4"/>
    <p:sldLayoutId id="2147483692" r:id="rId5"/>
    <p:sldLayoutId id="2147483693" r:id="rId6"/>
    <p:sldLayoutId id="2147483694" r:id="rId7"/>
    <p:sldLayoutId id="2147483695" r:id="rId8"/>
    <p:sldLayoutId id="2147483696" r:id="rId9"/>
    <p:sldLayoutId id="2147483697" r:id="rId10"/>
    <p:sldLayoutId id="2147483698" r:id="rId11"/>
    <p:sldLayoutId id="2147483699" r:id="rId12"/>
  </p:sldLayoutIdLst>
  <p:txStyles>
    <p:titleStyle>
      <a:lvl1pPr algn="l" rtl="0" eaLnBrk="0" fontAlgn="base" hangingPunct="0">
        <a:spcBef>
          <a:spcPct val="0"/>
        </a:spcBef>
        <a:spcAft>
          <a:spcPct val="0"/>
        </a:spcAft>
        <a:defRPr sz="4000">
          <a:solidFill>
            <a:schemeClr val="tx2"/>
          </a:solidFill>
          <a:latin typeface="+mj-lt"/>
          <a:ea typeface="+mj-ea"/>
          <a:cs typeface="+mj-cs"/>
        </a:defRPr>
      </a:lvl1pPr>
      <a:lvl2pPr algn="l" rtl="0" eaLnBrk="0" fontAlgn="base" hangingPunct="0">
        <a:spcBef>
          <a:spcPct val="0"/>
        </a:spcBef>
        <a:spcAft>
          <a:spcPct val="0"/>
        </a:spcAft>
        <a:defRPr sz="4000">
          <a:solidFill>
            <a:schemeClr val="tx2"/>
          </a:solidFill>
          <a:latin typeface="Arial" charset="0"/>
        </a:defRPr>
      </a:lvl2pPr>
      <a:lvl3pPr algn="l" rtl="0" eaLnBrk="0" fontAlgn="base" hangingPunct="0">
        <a:spcBef>
          <a:spcPct val="0"/>
        </a:spcBef>
        <a:spcAft>
          <a:spcPct val="0"/>
        </a:spcAft>
        <a:defRPr sz="4000">
          <a:solidFill>
            <a:schemeClr val="tx2"/>
          </a:solidFill>
          <a:latin typeface="Arial" charset="0"/>
        </a:defRPr>
      </a:lvl3pPr>
      <a:lvl4pPr algn="l" rtl="0" eaLnBrk="0" fontAlgn="base" hangingPunct="0">
        <a:spcBef>
          <a:spcPct val="0"/>
        </a:spcBef>
        <a:spcAft>
          <a:spcPct val="0"/>
        </a:spcAft>
        <a:defRPr sz="4000">
          <a:solidFill>
            <a:schemeClr val="tx2"/>
          </a:solidFill>
          <a:latin typeface="Arial" charset="0"/>
        </a:defRPr>
      </a:lvl4pPr>
      <a:lvl5pPr algn="l" rtl="0" eaLnBrk="0" fontAlgn="base" hangingPunct="0">
        <a:spcBef>
          <a:spcPct val="0"/>
        </a:spcBef>
        <a:spcAft>
          <a:spcPct val="0"/>
        </a:spcAft>
        <a:defRPr sz="4000">
          <a:solidFill>
            <a:schemeClr val="tx2"/>
          </a:solidFill>
          <a:latin typeface="Arial" charset="0"/>
        </a:defRPr>
      </a:lvl5pPr>
      <a:lvl6pPr marL="457200" algn="l" rtl="0" fontAlgn="base">
        <a:spcBef>
          <a:spcPct val="0"/>
        </a:spcBef>
        <a:spcAft>
          <a:spcPct val="0"/>
        </a:spcAft>
        <a:defRPr sz="4000">
          <a:solidFill>
            <a:schemeClr val="tx2"/>
          </a:solidFill>
          <a:latin typeface="Arial" charset="0"/>
        </a:defRPr>
      </a:lvl6pPr>
      <a:lvl7pPr marL="914400" algn="l" rtl="0" fontAlgn="base">
        <a:spcBef>
          <a:spcPct val="0"/>
        </a:spcBef>
        <a:spcAft>
          <a:spcPct val="0"/>
        </a:spcAft>
        <a:defRPr sz="4000">
          <a:solidFill>
            <a:schemeClr val="tx2"/>
          </a:solidFill>
          <a:latin typeface="Arial" charset="0"/>
        </a:defRPr>
      </a:lvl7pPr>
      <a:lvl8pPr marL="1371600" algn="l" rtl="0" fontAlgn="base">
        <a:spcBef>
          <a:spcPct val="0"/>
        </a:spcBef>
        <a:spcAft>
          <a:spcPct val="0"/>
        </a:spcAft>
        <a:defRPr sz="4000">
          <a:solidFill>
            <a:schemeClr val="tx2"/>
          </a:solidFill>
          <a:latin typeface="Arial" charset="0"/>
        </a:defRPr>
      </a:lvl8pPr>
      <a:lvl9pPr marL="1828800" algn="l" rtl="0" fontAlgn="base">
        <a:spcBef>
          <a:spcPct val="0"/>
        </a:spcBef>
        <a:spcAft>
          <a:spcPct val="0"/>
        </a:spcAft>
        <a:defRPr sz="4000">
          <a:solidFill>
            <a:schemeClr val="tx2"/>
          </a:solidFill>
          <a:latin typeface="Arial" charset="0"/>
        </a:defRPr>
      </a:lvl9pPr>
    </p:titleStyle>
    <p:bodyStyle>
      <a:lvl1pPr marL="342900" indent="-342900" algn="l" rtl="0" eaLnBrk="0" fontAlgn="base" hangingPunct="0">
        <a:spcBef>
          <a:spcPct val="20000"/>
        </a:spcBef>
        <a:spcAft>
          <a:spcPct val="0"/>
        </a:spcAft>
        <a:buChar char="•"/>
        <a:defRPr sz="28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a:solidFill>
            <a:schemeClr val="tx1"/>
          </a:solidFill>
          <a:latin typeface="+mn-lt"/>
        </a:defRPr>
      </a:lvl6pPr>
      <a:lvl7pPr marL="2971800" indent="-228600" algn="l" rtl="0" fontAlgn="base">
        <a:spcBef>
          <a:spcPct val="20000"/>
        </a:spcBef>
        <a:spcAft>
          <a:spcPct val="0"/>
        </a:spcAft>
        <a:buChar char="»"/>
        <a:defRPr>
          <a:solidFill>
            <a:schemeClr val="tx1"/>
          </a:solidFill>
          <a:latin typeface="+mn-lt"/>
        </a:defRPr>
      </a:lvl7pPr>
      <a:lvl8pPr marL="3429000" indent="-228600" algn="l" rtl="0" fontAlgn="base">
        <a:spcBef>
          <a:spcPct val="20000"/>
        </a:spcBef>
        <a:spcAft>
          <a:spcPct val="0"/>
        </a:spcAft>
        <a:buChar char="»"/>
        <a:defRPr>
          <a:solidFill>
            <a:schemeClr val="tx1"/>
          </a:solidFill>
          <a:latin typeface="+mn-lt"/>
        </a:defRPr>
      </a:lvl8pPr>
      <a:lvl9pPr marL="3886200" indent="-228600" algn="l" rtl="0" fontAlgn="base">
        <a:spcBef>
          <a:spcPct val="20000"/>
        </a:spcBef>
        <a:spcAft>
          <a:spcPct val="0"/>
        </a:spcAft>
        <a:buChar char="»"/>
        <a:defRPr>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FFFFCC"/>
        </a:solidFill>
        <a:effectLst/>
      </p:bgPr>
    </p:bg>
    <p:spTree>
      <p:nvGrpSpPr>
        <p:cNvPr id="1" name=""/>
        <p:cNvGrpSpPr/>
        <p:nvPr/>
      </p:nvGrpSpPr>
      <p:grpSpPr>
        <a:xfrm>
          <a:off x="0" y="0"/>
          <a:ext cx="0" cy="0"/>
          <a:chOff x="0" y="0"/>
          <a:chExt cx="0" cy="0"/>
        </a:xfrm>
      </p:grpSpPr>
      <p:sp>
        <p:nvSpPr>
          <p:cNvPr id="3074" name="Rectangle 2">
            <a:extLst>
              <a:ext uri="{FF2B5EF4-FFF2-40B4-BE49-F238E27FC236}">
                <a16:creationId xmlns:a16="http://schemas.microsoft.com/office/drawing/2014/main" id="{646ED60E-E89C-FD5D-6A40-D4866B7B250A}"/>
              </a:ext>
            </a:extLst>
          </p:cNvPr>
          <p:cNvSpPr>
            <a:spLocks noGrp="1" noChangeArrowheads="1"/>
          </p:cNvSpPr>
          <p:nvPr>
            <p:ph type="title"/>
          </p:nvPr>
        </p:nvSpPr>
        <p:spPr bwMode="auto">
          <a:xfrm>
            <a:off x="433388" y="228600"/>
            <a:ext cx="8277225"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de-DE" altLang="en-US"/>
              <a:t>Titel bearbeiten</a:t>
            </a:r>
          </a:p>
        </p:txBody>
      </p:sp>
      <p:sp>
        <p:nvSpPr>
          <p:cNvPr id="3075" name="Rectangle 3">
            <a:extLst>
              <a:ext uri="{FF2B5EF4-FFF2-40B4-BE49-F238E27FC236}">
                <a16:creationId xmlns:a16="http://schemas.microsoft.com/office/drawing/2014/main" id="{94609D69-2C7C-3C01-4713-538CC3C9D39F}"/>
              </a:ext>
            </a:extLst>
          </p:cNvPr>
          <p:cNvSpPr>
            <a:spLocks noGrp="1" noChangeArrowheads="1"/>
          </p:cNvSpPr>
          <p:nvPr>
            <p:ph type="body" idx="1"/>
          </p:nvPr>
        </p:nvSpPr>
        <p:spPr bwMode="auto">
          <a:xfrm>
            <a:off x="433388" y="1524000"/>
            <a:ext cx="8277225" cy="464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de-DE" altLang="en-US"/>
              <a:t>Erste Ebene</a:t>
            </a:r>
          </a:p>
          <a:p>
            <a:pPr lvl="1"/>
            <a:r>
              <a:rPr lang="de-DE" altLang="en-US"/>
              <a:t>Zweite Ebene</a:t>
            </a:r>
          </a:p>
          <a:p>
            <a:pPr lvl="2"/>
            <a:r>
              <a:rPr lang="de-DE" altLang="en-US"/>
              <a:t>Dritte Ebene</a:t>
            </a:r>
          </a:p>
          <a:p>
            <a:pPr lvl="3"/>
            <a:r>
              <a:rPr lang="de-DE" altLang="en-US"/>
              <a:t>Vierte Ebene</a:t>
            </a:r>
          </a:p>
          <a:p>
            <a:pPr lvl="4"/>
            <a:r>
              <a:rPr lang="de-DE" altLang="en-US"/>
              <a:t>Fünfte Ebene</a:t>
            </a:r>
          </a:p>
        </p:txBody>
      </p:sp>
      <p:sp>
        <p:nvSpPr>
          <p:cNvPr id="4100" name="Rectangle 4">
            <a:extLst>
              <a:ext uri="{FF2B5EF4-FFF2-40B4-BE49-F238E27FC236}">
                <a16:creationId xmlns:a16="http://schemas.microsoft.com/office/drawing/2014/main" id="{46855349-049B-6562-BBDC-AC3133890032}"/>
              </a:ext>
            </a:extLst>
          </p:cNvPr>
          <p:cNvSpPr>
            <a:spLocks noGrp="1" noChangeArrowheads="1"/>
          </p:cNvSpPr>
          <p:nvPr>
            <p:ph type="dt" sz="half" idx="2"/>
          </p:nvPr>
        </p:nvSpPr>
        <p:spPr bwMode="auto">
          <a:xfrm>
            <a:off x="0" y="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400">
                <a:solidFill>
                  <a:srgbClr val="000000"/>
                </a:solidFill>
                <a:latin typeface="Arial" charset="0"/>
              </a:defRPr>
            </a:lvl1pPr>
          </a:lstStyle>
          <a:p>
            <a:pPr>
              <a:defRPr/>
            </a:pPr>
            <a:endParaRPr lang="de-DE"/>
          </a:p>
        </p:txBody>
      </p:sp>
      <p:sp>
        <p:nvSpPr>
          <p:cNvPr id="3077" name="Rectangle 14">
            <a:extLst>
              <a:ext uri="{FF2B5EF4-FFF2-40B4-BE49-F238E27FC236}">
                <a16:creationId xmlns:a16="http://schemas.microsoft.com/office/drawing/2014/main" id="{0AE970EF-D2E0-EA3A-6074-C797413AED8B}"/>
              </a:ext>
            </a:extLst>
          </p:cNvPr>
          <p:cNvSpPr>
            <a:spLocks noChangeArrowheads="1"/>
          </p:cNvSpPr>
          <p:nvPr userDrawn="1"/>
        </p:nvSpPr>
        <p:spPr bwMode="auto">
          <a:xfrm>
            <a:off x="395288" y="1125538"/>
            <a:ext cx="8748712" cy="73025"/>
          </a:xfrm>
          <a:prstGeom prst="rect">
            <a:avLst/>
          </a:prstGeom>
          <a:gradFill rotWithShape="1">
            <a:gsLst>
              <a:gs pos="0">
                <a:srgbClr val="800000"/>
              </a:gs>
              <a:gs pos="100000">
                <a:srgbClr val="FF8585">
                  <a:alpha val="0"/>
                </a:srgbClr>
              </a:gs>
            </a:gsLst>
            <a:lin ang="0" scaled="1"/>
          </a:gradFill>
          <a:ln>
            <a:noFill/>
          </a:ln>
        </p:spPr>
        <p:txBody>
          <a:bodyPr wrap="none" anchor="ct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defRPr/>
            </a:pPr>
            <a:endParaRPr lang="en-US">
              <a:solidFill>
                <a:srgbClr val="000000"/>
              </a:solidFill>
            </a:endParaRPr>
          </a:p>
        </p:txBody>
      </p:sp>
      <p:sp>
        <p:nvSpPr>
          <p:cNvPr id="3078" name="Rectangle 10">
            <a:extLst>
              <a:ext uri="{FF2B5EF4-FFF2-40B4-BE49-F238E27FC236}">
                <a16:creationId xmlns:a16="http://schemas.microsoft.com/office/drawing/2014/main" id="{3ADE196D-D5A2-38BE-D68D-2A1AD63CA15C}"/>
              </a:ext>
            </a:extLst>
          </p:cNvPr>
          <p:cNvSpPr>
            <a:spLocks noChangeArrowheads="1"/>
          </p:cNvSpPr>
          <p:nvPr userDrawn="1"/>
        </p:nvSpPr>
        <p:spPr bwMode="auto">
          <a:xfrm>
            <a:off x="0" y="6569075"/>
            <a:ext cx="9167813" cy="315913"/>
          </a:xfrm>
          <a:prstGeom prst="rect">
            <a:avLst/>
          </a:prstGeom>
          <a:gradFill rotWithShape="1">
            <a:gsLst>
              <a:gs pos="0">
                <a:srgbClr val="800000"/>
              </a:gs>
              <a:gs pos="100000">
                <a:srgbClr val="FF8585">
                  <a:alpha val="0"/>
                </a:srgbClr>
              </a:gs>
            </a:gsLst>
            <a:lin ang="0" scaled="1"/>
          </a:gradFill>
          <a:ln>
            <a:noFill/>
          </a:ln>
        </p:spPr>
        <p:txBody>
          <a:bodyPr wrap="none" anchor="ct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defRPr/>
            </a:pPr>
            <a:endParaRPr lang="en-US">
              <a:solidFill>
                <a:srgbClr val="000000"/>
              </a:solidFill>
            </a:endParaRPr>
          </a:p>
        </p:txBody>
      </p:sp>
      <p:sp>
        <p:nvSpPr>
          <p:cNvPr id="1031" name="Text Box 11">
            <a:extLst>
              <a:ext uri="{FF2B5EF4-FFF2-40B4-BE49-F238E27FC236}">
                <a16:creationId xmlns:a16="http://schemas.microsoft.com/office/drawing/2014/main" id="{08E8BDA9-BB51-E49B-D922-7FD23831D333}"/>
              </a:ext>
            </a:extLst>
          </p:cNvPr>
          <p:cNvSpPr txBox="1">
            <a:spLocks noChangeArrowheads="1"/>
          </p:cNvSpPr>
          <p:nvPr userDrawn="1"/>
        </p:nvSpPr>
        <p:spPr bwMode="auto">
          <a:xfrm>
            <a:off x="-36513" y="6583363"/>
            <a:ext cx="5905501" cy="244475"/>
          </a:xfrm>
          <a:prstGeom prst="rect">
            <a:avLst/>
          </a:prstGeom>
          <a:noFill/>
          <a:ln>
            <a:noFill/>
          </a:ln>
        </p:spPr>
        <p:txBody>
          <a:bodyPr>
            <a:spAutoFit/>
          </a:bodyPr>
          <a:lstStyle>
            <a:lvl1pPr eaLnBrk="0" hangingPunct="0">
              <a:defRPr sz="2400">
                <a:solidFill>
                  <a:schemeClr val="tx1"/>
                </a:solidFill>
                <a:latin typeface="Arial" pitchFamily="34" charset="0"/>
              </a:defRPr>
            </a:lvl1pPr>
            <a:lvl2pPr marL="742950" indent="-285750" eaLnBrk="0" hangingPunct="0">
              <a:defRPr sz="2400">
                <a:solidFill>
                  <a:schemeClr val="tx1"/>
                </a:solidFill>
                <a:latin typeface="Arial" pitchFamily="34" charset="0"/>
              </a:defRPr>
            </a:lvl2pPr>
            <a:lvl3pPr marL="1143000" indent="-228600" eaLnBrk="0" hangingPunct="0">
              <a:defRPr sz="2400">
                <a:solidFill>
                  <a:schemeClr val="tx1"/>
                </a:solidFill>
                <a:latin typeface="Arial" pitchFamily="34" charset="0"/>
              </a:defRPr>
            </a:lvl3pPr>
            <a:lvl4pPr marL="1600200" indent="-228600" eaLnBrk="0" hangingPunct="0">
              <a:defRPr sz="2400">
                <a:solidFill>
                  <a:schemeClr val="tx1"/>
                </a:solidFill>
                <a:latin typeface="Arial" pitchFamily="34" charset="0"/>
              </a:defRPr>
            </a:lvl4pPr>
            <a:lvl5pPr marL="2057400" indent="-228600" eaLnBrk="0" hangingPunct="0">
              <a:defRPr sz="2400">
                <a:solidFill>
                  <a:schemeClr val="tx1"/>
                </a:solidFill>
                <a:latin typeface="Arial" pitchFamily="34" charset="0"/>
              </a:defRPr>
            </a:lvl5pPr>
            <a:lvl6pPr marL="2514600" indent="-228600" eaLnBrk="0" fontAlgn="base" hangingPunct="0">
              <a:spcBef>
                <a:spcPct val="0"/>
              </a:spcBef>
              <a:spcAft>
                <a:spcPct val="0"/>
              </a:spcAft>
              <a:defRPr sz="2400">
                <a:solidFill>
                  <a:schemeClr val="tx1"/>
                </a:solidFill>
                <a:latin typeface="Arial" pitchFamily="34" charset="0"/>
              </a:defRPr>
            </a:lvl6pPr>
            <a:lvl7pPr marL="2971800" indent="-228600" eaLnBrk="0" fontAlgn="base" hangingPunct="0">
              <a:spcBef>
                <a:spcPct val="0"/>
              </a:spcBef>
              <a:spcAft>
                <a:spcPct val="0"/>
              </a:spcAft>
              <a:defRPr sz="2400">
                <a:solidFill>
                  <a:schemeClr val="tx1"/>
                </a:solidFill>
                <a:latin typeface="Arial" pitchFamily="34" charset="0"/>
              </a:defRPr>
            </a:lvl7pPr>
            <a:lvl8pPr marL="3429000" indent="-228600" eaLnBrk="0" fontAlgn="base" hangingPunct="0">
              <a:spcBef>
                <a:spcPct val="0"/>
              </a:spcBef>
              <a:spcAft>
                <a:spcPct val="0"/>
              </a:spcAft>
              <a:defRPr sz="2400">
                <a:solidFill>
                  <a:schemeClr val="tx1"/>
                </a:solidFill>
                <a:latin typeface="Arial" pitchFamily="34" charset="0"/>
              </a:defRPr>
            </a:lvl8pPr>
            <a:lvl9pPr marL="3886200" indent="-228600" eaLnBrk="0" fontAlgn="base" hangingPunct="0">
              <a:spcBef>
                <a:spcPct val="0"/>
              </a:spcBef>
              <a:spcAft>
                <a:spcPct val="0"/>
              </a:spcAft>
              <a:defRPr sz="2400">
                <a:solidFill>
                  <a:schemeClr val="tx1"/>
                </a:solidFill>
                <a:latin typeface="Arial" pitchFamily="34" charset="0"/>
              </a:defRPr>
            </a:lvl9pPr>
          </a:lstStyle>
          <a:p>
            <a:pPr eaLnBrk="1" hangingPunct="1">
              <a:spcBef>
                <a:spcPct val="50000"/>
              </a:spcBef>
              <a:defRPr/>
            </a:pPr>
            <a:r>
              <a:rPr lang="de-DE" sz="1000">
                <a:solidFill>
                  <a:srgbClr val="FFFFFF"/>
                </a:solidFill>
                <a:cs typeface="Arial" pitchFamily="34" charset="0"/>
              </a:rPr>
              <a:t>© 2009</a:t>
            </a:r>
            <a:r>
              <a:rPr lang="de-DE" sz="1000">
                <a:solidFill>
                  <a:srgbClr val="FFFF00"/>
                </a:solidFill>
                <a:cs typeface="Arial" pitchFamily="34" charset="0"/>
              </a:rPr>
              <a:t>   Punjab University College of Information Technology (PUCIT) </a:t>
            </a:r>
            <a:endParaRPr lang="de-DE" sz="1000">
              <a:solidFill>
                <a:srgbClr val="FFFF00"/>
              </a:solidFill>
            </a:endParaRPr>
          </a:p>
        </p:txBody>
      </p:sp>
      <p:sp>
        <p:nvSpPr>
          <p:cNvPr id="1032" name="Text Box 13">
            <a:extLst>
              <a:ext uri="{FF2B5EF4-FFF2-40B4-BE49-F238E27FC236}">
                <a16:creationId xmlns:a16="http://schemas.microsoft.com/office/drawing/2014/main" id="{1DD0A0C2-80EE-B0CD-3F86-202E7185184D}"/>
              </a:ext>
            </a:extLst>
          </p:cNvPr>
          <p:cNvSpPr txBox="1">
            <a:spLocks noChangeArrowheads="1"/>
          </p:cNvSpPr>
          <p:nvPr userDrawn="1"/>
        </p:nvSpPr>
        <p:spPr bwMode="auto">
          <a:xfrm>
            <a:off x="3924300" y="6583363"/>
            <a:ext cx="1655763" cy="244475"/>
          </a:xfrm>
          <a:prstGeom prst="rect">
            <a:avLst/>
          </a:prstGeom>
          <a:noFill/>
          <a:ln>
            <a:noFill/>
          </a:ln>
        </p:spPr>
        <p:txBody>
          <a:bodyPr>
            <a:spAutoFit/>
          </a:bodyPr>
          <a:lstStyle>
            <a:lvl1pPr eaLnBrk="0" hangingPunct="0">
              <a:defRPr sz="2400">
                <a:solidFill>
                  <a:schemeClr val="tx1"/>
                </a:solidFill>
                <a:latin typeface="Arial" pitchFamily="34" charset="0"/>
              </a:defRPr>
            </a:lvl1pPr>
            <a:lvl2pPr marL="742950" indent="-285750" eaLnBrk="0" hangingPunct="0">
              <a:defRPr sz="2400">
                <a:solidFill>
                  <a:schemeClr val="tx1"/>
                </a:solidFill>
                <a:latin typeface="Arial" pitchFamily="34" charset="0"/>
              </a:defRPr>
            </a:lvl2pPr>
            <a:lvl3pPr marL="1143000" indent="-228600" eaLnBrk="0" hangingPunct="0">
              <a:defRPr sz="2400">
                <a:solidFill>
                  <a:schemeClr val="tx1"/>
                </a:solidFill>
                <a:latin typeface="Arial" pitchFamily="34" charset="0"/>
              </a:defRPr>
            </a:lvl3pPr>
            <a:lvl4pPr marL="1600200" indent="-228600" eaLnBrk="0" hangingPunct="0">
              <a:defRPr sz="2400">
                <a:solidFill>
                  <a:schemeClr val="tx1"/>
                </a:solidFill>
                <a:latin typeface="Arial" pitchFamily="34" charset="0"/>
              </a:defRPr>
            </a:lvl4pPr>
            <a:lvl5pPr marL="2057400" indent="-228600" eaLnBrk="0" hangingPunct="0">
              <a:defRPr sz="2400">
                <a:solidFill>
                  <a:schemeClr val="tx1"/>
                </a:solidFill>
                <a:latin typeface="Arial" pitchFamily="34" charset="0"/>
              </a:defRPr>
            </a:lvl5pPr>
            <a:lvl6pPr marL="2514600" indent="-228600" eaLnBrk="0" fontAlgn="base" hangingPunct="0">
              <a:spcBef>
                <a:spcPct val="0"/>
              </a:spcBef>
              <a:spcAft>
                <a:spcPct val="0"/>
              </a:spcAft>
              <a:defRPr sz="2400">
                <a:solidFill>
                  <a:schemeClr val="tx1"/>
                </a:solidFill>
                <a:latin typeface="Arial" pitchFamily="34" charset="0"/>
              </a:defRPr>
            </a:lvl6pPr>
            <a:lvl7pPr marL="2971800" indent="-228600" eaLnBrk="0" fontAlgn="base" hangingPunct="0">
              <a:spcBef>
                <a:spcPct val="0"/>
              </a:spcBef>
              <a:spcAft>
                <a:spcPct val="0"/>
              </a:spcAft>
              <a:defRPr sz="2400">
                <a:solidFill>
                  <a:schemeClr val="tx1"/>
                </a:solidFill>
                <a:latin typeface="Arial" pitchFamily="34" charset="0"/>
              </a:defRPr>
            </a:lvl7pPr>
            <a:lvl8pPr marL="3429000" indent="-228600" eaLnBrk="0" fontAlgn="base" hangingPunct="0">
              <a:spcBef>
                <a:spcPct val="0"/>
              </a:spcBef>
              <a:spcAft>
                <a:spcPct val="0"/>
              </a:spcAft>
              <a:defRPr sz="2400">
                <a:solidFill>
                  <a:schemeClr val="tx1"/>
                </a:solidFill>
                <a:latin typeface="Arial" pitchFamily="34" charset="0"/>
              </a:defRPr>
            </a:lvl8pPr>
            <a:lvl9pPr marL="3886200" indent="-228600" eaLnBrk="0" fontAlgn="base" hangingPunct="0">
              <a:spcBef>
                <a:spcPct val="0"/>
              </a:spcBef>
              <a:spcAft>
                <a:spcPct val="0"/>
              </a:spcAft>
              <a:defRPr sz="2400">
                <a:solidFill>
                  <a:schemeClr val="tx1"/>
                </a:solidFill>
                <a:latin typeface="Arial" pitchFamily="34" charset="0"/>
              </a:defRPr>
            </a:lvl9pPr>
          </a:lstStyle>
          <a:p>
            <a:pPr eaLnBrk="1" hangingPunct="1">
              <a:spcBef>
                <a:spcPct val="50000"/>
              </a:spcBef>
              <a:defRPr/>
            </a:pPr>
            <a:r>
              <a:rPr lang="de-AT" sz="1000">
                <a:solidFill>
                  <a:srgbClr val="0000CC"/>
                </a:solidFill>
              </a:rPr>
              <a:t>       </a:t>
            </a:r>
            <a:r>
              <a:rPr lang="de-AT" sz="1000">
                <a:solidFill>
                  <a:srgbClr val="000000"/>
                </a:solidFill>
              </a:rPr>
              <a:t>September 8, 2009</a:t>
            </a:r>
          </a:p>
        </p:txBody>
      </p:sp>
      <p:sp>
        <p:nvSpPr>
          <p:cNvPr id="3081" name="Rectangle 12">
            <a:extLst>
              <a:ext uri="{FF2B5EF4-FFF2-40B4-BE49-F238E27FC236}">
                <a16:creationId xmlns:a16="http://schemas.microsoft.com/office/drawing/2014/main" id="{2B75EDC7-76C2-505D-0C71-D8AD06A16DAA}"/>
              </a:ext>
            </a:extLst>
          </p:cNvPr>
          <p:cNvSpPr>
            <a:spLocks noChangeArrowheads="1"/>
          </p:cNvSpPr>
          <p:nvPr userDrawn="1"/>
        </p:nvSpPr>
        <p:spPr bwMode="auto">
          <a:xfrm>
            <a:off x="7596188" y="6640513"/>
            <a:ext cx="1905000" cy="215900"/>
          </a:xfrm>
          <a:prstGeom prst="rect">
            <a:avLst/>
          </a:prstGeom>
          <a:noFill/>
          <a:ln>
            <a:noFill/>
          </a:ln>
        </p:spPr>
        <p:txBody>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algn="ctr" eaLnBrk="1" hangingPunct="1">
              <a:defRPr/>
            </a:pPr>
            <a:r>
              <a:rPr lang="de-DE" altLang="en-US" sz="1000">
                <a:solidFill>
                  <a:srgbClr val="000000"/>
                </a:solidFill>
              </a:rPr>
              <a:t>Slide </a:t>
            </a:r>
            <a:fld id="{5C97A57E-1B99-4642-B8F9-702CBA5D0497}" type="slidenum">
              <a:rPr lang="de-DE" altLang="en-US" sz="1000" smtClean="0">
                <a:solidFill>
                  <a:srgbClr val="000000"/>
                </a:solidFill>
              </a:rPr>
              <a:pPr algn="ctr" eaLnBrk="1" hangingPunct="1">
                <a:defRPr/>
              </a:pPr>
              <a:t>‹#›</a:t>
            </a:fld>
            <a:endParaRPr lang="de-DE" altLang="en-US" sz="1000">
              <a:solidFill>
                <a:srgbClr val="000000"/>
              </a:solidFill>
            </a:endParaRPr>
          </a:p>
        </p:txBody>
      </p:sp>
    </p:spTree>
  </p:cSld>
  <p:clrMap bg1="lt1" tx1="dk1" bg2="lt2" tx2="dk2" accent1="accent1" accent2="accent2" accent3="accent3" accent4="accent4" accent5="accent5" accent6="accent6" hlink="hlink" folHlink="folHlink"/>
  <p:sldLayoutIdLst>
    <p:sldLayoutId id="2147483700" r:id="rId1"/>
    <p:sldLayoutId id="2147483701" r:id="rId2"/>
    <p:sldLayoutId id="2147483702" r:id="rId3"/>
    <p:sldLayoutId id="2147483703" r:id="rId4"/>
    <p:sldLayoutId id="2147483704" r:id="rId5"/>
    <p:sldLayoutId id="2147483705" r:id="rId6"/>
    <p:sldLayoutId id="2147483706" r:id="rId7"/>
    <p:sldLayoutId id="2147483707" r:id="rId8"/>
    <p:sldLayoutId id="2147483708" r:id="rId9"/>
    <p:sldLayoutId id="2147483709" r:id="rId10"/>
    <p:sldLayoutId id="2147483710" r:id="rId11"/>
    <p:sldLayoutId id="2147483711" r:id="rId12"/>
  </p:sldLayoutIdLst>
  <p:txStyles>
    <p:titleStyle>
      <a:lvl1pPr algn="l" rtl="0" eaLnBrk="0" fontAlgn="base" hangingPunct="0">
        <a:spcBef>
          <a:spcPct val="0"/>
        </a:spcBef>
        <a:spcAft>
          <a:spcPct val="0"/>
        </a:spcAft>
        <a:defRPr sz="4000">
          <a:solidFill>
            <a:schemeClr val="tx2"/>
          </a:solidFill>
          <a:latin typeface="+mj-lt"/>
          <a:ea typeface="+mj-ea"/>
          <a:cs typeface="+mj-cs"/>
        </a:defRPr>
      </a:lvl1pPr>
      <a:lvl2pPr algn="l" rtl="0" eaLnBrk="0" fontAlgn="base" hangingPunct="0">
        <a:spcBef>
          <a:spcPct val="0"/>
        </a:spcBef>
        <a:spcAft>
          <a:spcPct val="0"/>
        </a:spcAft>
        <a:defRPr sz="4000">
          <a:solidFill>
            <a:schemeClr val="tx2"/>
          </a:solidFill>
          <a:latin typeface="Arial" charset="0"/>
        </a:defRPr>
      </a:lvl2pPr>
      <a:lvl3pPr algn="l" rtl="0" eaLnBrk="0" fontAlgn="base" hangingPunct="0">
        <a:spcBef>
          <a:spcPct val="0"/>
        </a:spcBef>
        <a:spcAft>
          <a:spcPct val="0"/>
        </a:spcAft>
        <a:defRPr sz="4000">
          <a:solidFill>
            <a:schemeClr val="tx2"/>
          </a:solidFill>
          <a:latin typeface="Arial" charset="0"/>
        </a:defRPr>
      </a:lvl3pPr>
      <a:lvl4pPr algn="l" rtl="0" eaLnBrk="0" fontAlgn="base" hangingPunct="0">
        <a:spcBef>
          <a:spcPct val="0"/>
        </a:spcBef>
        <a:spcAft>
          <a:spcPct val="0"/>
        </a:spcAft>
        <a:defRPr sz="4000">
          <a:solidFill>
            <a:schemeClr val="tx2"/>
          </a:solidFill>
          <a:latin typeface="Arial" charset="0"/>
        </a:defRPr>
      </a:lvl4pPr>
      <a:lvl5pPr algn="l" rtl="0" eaLnBrk="0" fontAlgn="base" hangingPunct="0">
        <a:spcBef>
          <a:spcPct val="0"/>
        </a:spcBef>
        <a:spcAft>
          <a:spcPct val="0"/>
        </a:spcAft>
        <a:defRPr sz="4000">
          <a:solidFill>
            <a:schemeClr val="tx2"/>
          </a:solidFill>
          <a:latin typeface="Arial" charset="0"/>
        </a:defRPr>
      </a:lvl5pPr>
      <a:lvl6pPr marL="457200" algn="l" rtl="0" fontAlgn="base">
        <a:spcBef>
          <a:spcPct val="0"/>
        </a:spcBef>
        <a:spcAft>
          <a:spcPct val="0"/>
        </a:spcAft>
        <a:defRPr sz="4000">
          <a:solidFill>
            <a:schemeClr val="tx2"/>
          </a:solidFill>
          <a:latin typeface="Arial" charset="0"/>
        </a:defRPr>
      </a:lvl6pPr>
      <a:lvl7pPr marL="914400" algn="l" rtl="0" fontAlgn="base">
        <a:spcBef>
          <a:spcPct val="0"/>
        </a:spcBef>
        <a:spcAft>
          <a:spcPct val="0"/>
        </a:spcAft>
        <a:defRPr sz="4000">
          <a:solidFill>
            <a:schemeClr val="tx2"/>
          </a:solidFill>
          <a:latin typeface="Arial" charset="0"/>
        </a:defRPr>
      </a:lvl7pPr>
      <a:lvl8pPr marL="1371600" algn="l" rtl="0" fontAlgn="base">
        <a:spcBef>
          <a:spcPct val="0"/>
        </a:spcBef>
        <a:spcAft>
          <a:spcPct val="0"/>
        </a:spcAft>
        <a:defRPr sz="4000">
          <a:solidFill>
            <a:schemeClr val="tx2"/>
          </a:solidFill>
          <a:latin typeface="Arial" charset="0"/>
        </a:defRPr>
      </a:lvl8pPr>
      <a:lvl9pPr marL="1828800" algn="l" rtl="0" fontAlgn="base">
        <a:spcBef>
          <a:spcPct val="0"/>
        </a:spcBef>
        <a:spcAft>
          <a:spcPct val="0"/>
        </a:spcAft>
        <a:defRPr sz="4000">
          <a:solidFill>
            <a:schemeClr val="tx2"/>
          </a:solidFill>
          <a:latin typeface="Arial" charset="0"/>
        </a:defRPr>
      </a:lvl9pPr>
    </p:titleStyle>
    <p:bodyStyle>
      <a:lvl1pPr marL="342900" indent="-342900" algn="l" rtl="0" eaLnBrk="0" fontAlgn="base" hangingPunct="0">
        <a:spcBef>
          <a:spcPct val="20000"/>
        </a:spcBef>
        <a:spcAft>
          <a:spcPct val="0"/>
        </a:spcAft>
        <a:buChar char="•"/>
        <a:defRPr sz="28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a:solidFill>
            <a:schemeClr val="tx1"/>
          </a:solidFill>
          <a:latin typeface="+mn-lt"/>
        </a:defRPr>
      </a:lvl6pPr>
      <a:lvl7pPr marL="2971800" indent="-228600" algn="l" rtl="0" fontAlgn="base">
        <a:spcBef>
          <a:spcPct val="20000"/>
        </a:spcBef>
        <a:spcAft>
          <a:spcPct val="0"/>
        </a:spcAft>
        <a:buChar char="»"/>
        <a:defRPr>
          <a:solidFill>
            <a:schemeClr val="tx1"/>
          </a:solidFill>
          <a:latin typeface="+mn-lt"/>
        </a:defRPr>
      </a:lvl7pPr>
      <a:lvl8pPr marL="3429000" indent="-228600" algn="l" rtl="0" fontAlgn="base">
        <a:spcBef>
          <a:spcPct val="20000"/>
        </a:spcBef>
        <a:spcAft>
          <a:spcPct val="0"/>
        </a:spcAft>
        <a:buChar char="»"/>
        <a:defRPr>
          <a:solidFill>
            <a:schemeClr val="tx1"/>
          </a:solidFill>
          <a:latin typeface="+mn-lt"/>
        </a:defRPr>
      </a:lvl8pPr>
      <a:lvl9pPr marL="3886200" indent="-228600" algn="l" rtl="0" fontAlgn="base">
        <a:spcBef>
          <a:spcPct val="20000"/>
        </a:spcBef>
        <a:spcAft>
          <a:spcPct val="0"/>
        </a:spcAft>
        <a:buChar char="»"/>
        <a:defRPr>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DA3CBB52-8499-58D7-4680-BEB596C1FC9C}"/>
              </a:ext>
            </a:extLst>
          </p:cNvPr>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useBgFill="1">
        <p:nvSpPr>
          <p:cNvPr id="8" name="Rounded Rectangle 7">
            <a:extLst>
              <a:ext uri="{FF2B5EF4-FFF2-40B4-BE49-F238E27FC236}">
                <a16:creationId xmlns:a16="http://schemas.microsoft.com/office/drawing/2014/main" id="{CBEA5B3E-986C-7C4A-1EBF-840C6A06208C}"/>
              </a:ext>
            </a:extLst>
          </p:cNvPr>
          <p:cNvSpPr/>
          <p:nvPr/>
        </p:nvSpPr>
        <p:spPr>
          <a:xfrm>
            <a:off x="63500" y="69850"/>
            <a:ext cx="9013825" cy="6692900"/>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3076" name="Title Placeholder 21">
            <a:extLst>
              <a:ext uri="{FF2B5EF4-FFF2-40B4-BE49-F238E27FC236}">
                <a16:creationId xmlns:a16="http://schemas.microsoft.com/office/drawing/2014/main" id="{EDA57E00-514A-41B1-00BA-BB33F9155B60}"/>
              </a:ext>
            </a:extLst>
          </p:cNvPr>
          <p:cNvSpPr>
            <a:spLocks noGrp="1" noChangeArrowheads="1"/>
          </p:cNvSpPr>
          <p:nvPr>
            <p:ph type="title"/>
          </p:nvPr>
        </p:nvSpPr>
        <p:spPr bwMode="auto">
          <a:xfrm>
            <a:off x="914400" y="274638"/>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91440" numCol="1" anchor="b" anchorCtr="0" compatLnSpc="1">
            <a:prstTxWarp prst="textNoShape">
              <a:avLst/>
            </a:prstTxWarp>
          </a:bodyPr>
          <a:lstStyle/>
          <a:p>
            <a:pPr lvl="0"/>
            <a:r>
              <a:rPr lang="en-US" altLang="en-US"/>
              <a:t>Click to edit Master title style</a:t>
            </a:r>
          </a:p>
        </p:txBody>
      </p:sp>
      <p:sp>
        <p:nvSpPr>
          <p:cNvPr id="3077" name="Text Placeholder 12">
            <a:extLst>
              <a:ext uri="{FF2B5EF4-FFF2-40B4-BE49-F238E27FC236}">
                <a16:creationId xmlns:a16="http://schemas.microsoft.com/office/drawing/2014/main" id="{277C498B-F113-9A51-18F5-8F87BB863A43}"/>
              </a:ext>
            </a:extLst>
          </p:cNvPr>
          <p:cNvSpPr>
            <a:spLocks noGrp="1" noChangeArrowheads="1"/>
          </p:cNvSpPr>
          <p:nvPr>
            <p:ph type="body" idx="1"/>
          </p:nvPr>
        </p:nvSpPr>
        <p:spPr bwMode="auto">
          <a:xfrm>
            <a:off x="914400" y="1447800"/>
            <a:ext cx="7772400" cy="457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4" name="Date Placeholder 13">
            <a:extLst>
              <a:ext uri="{FF2B5EF4-FFF2-40B4-BE49-F238E27FC236}">
                <a16:creationId xmlns:a16="http://schemas.microsoft.com/office/drawing/2014/main" id="{F9D0CD7F-2351-49EC-9527-F93EA9801061}"/>
              </a:ext>
            </a:extLst>
          </p:cNvPr>
          <p:cNvSpPr>
            <a:spLocks noGrp="1"/>
          </p:cNvSpPr>
          <p:nvPr>
            <p:ph type="dt" sz="half" idx="2"/>
          </p:nvPr>
        </p:nvSpPr>
        <p:spPr>
          <a:xfrm>
            <a:off x="6172200" y="6191250"/>
            <a:ext cx="2476500" cy="476250"/>
          </a:xfrm>
          <a:prstGeom prst="rect">
            <a:avLst/>
          </a:prstGeom>
        </p:spPr>
        <p:txBody>
          <a:bodyPr anchor="ctr" anchorCtr="0"/>
          <a:lstStyle>
            <a:lvl1pPr algn="r" eaLnBrk="1" fontAlgn="auto" latinLnBrk="0" hangingPunct="1">
              <a:spcBef>
                <a:spcPts val="0"/>
              </a:spcBef>
              <a:spcAft>
                <a:spcPts val="0"/>
              </a:spcAft>
              <a:defRPr kumimoji="0" sz="1400">
                <a:solidFill>
                  <a:schemeClr val="tx2"/>
                </a:solidFill>
                <a:latin typeface="+mn-lt"/>
                <a:cs typeface="+mn-cs"/>
              </a:defRPr>
            </a:lvl1pPr>
          </a:lstStyle>
          <a:p>
            <a:pPr>
              <a:defRPr/>
            </a:pPr>
            <a:fld id="{690831D6-FA96-46A7-A9FA-9ACF6615970B}" type="datetime1">
              <a:rPr lang="en-US"/>
              <a:pPr>
                <a:defRPr/>
              </a:pPr>
              <a:t>12/9/2024</a:t>
            </a:fld>
            <a:endParaRPr lang="en-US" dirty="0"/>
          </a:p>
        </p:txBody>
      </p:sp>
      <p:sp>
        <p:nvSpPr>
          <p:cNvPr id="3" name="Footer Placeholder 2">
            <a:extLst>
              <a:ext uri="{FF2B5EF4-FFF2-40B4-BE49-F238E27FC236}">
                <a16:creationId xmlns:a16="http://schemas.microsoft.com/office/drawing/2014/main" id="{71A56559-F7B8-DBDB-44B3-AF09B15D3076}"/>
              </a:ext>
            </a:extLst>
          </p:cNvPr>
          <p:cNvSpPr>
            <a:spLocks noGrp="1"/>
          </p:cNvSpPr>
          <p:nvPr>
            <p:ph type="ftr" sz="quarter" idx="3"/>
          </p:nvPr>
        </p:nvSpPr>
        <p:spPr>
          <a:xfrm>
            <a:off x="914400" y="6172200"/>
            <a:ext cx="4876800" cy="457200"/>
          </a:xfrm>
          <a:prstGeom prst="rect">
            <a:avLst/>
          </a:prstGeom>
        </p:spPr>
        <p:txBody>
          <a:bodyPr anchor="ctr" anchorCtr="0"/>
          <a:lstStyle>
            <a:lvl1pPr eaLnBrk="1" fontAlgn="auto" latinLnBrk="0" hangingPunct="1">
              <a:spcBef>
                <a:spcPts val="0"/>
              </a:spcBef>
              <a:spcAft>
                <a:spcPts val="0"/>
              </a:spcAft>
              <a:defRPr kumimoji="0" sz="1400">
                <a:solidFill>
                  <a:schemeClr val="tx2"/>
                </a:solidFill>
                <a:latin typeface="+mn-lt"/>
                <a:cs typeface="+mn-cs"/>
              </a:defRPr>
            </a:lvl1pPr>
          </a:lstStyle>
          <a:p>
            <a:pPr>
              <a:defRPr/>
            </a:pPr>
            <a:r>
              <a:rPr lang="en-US"/>
              <a:t>Autonomous Robots -- Dr. Zawar Qayyum, 2010</a:t>
            </a:r>
          </a:p>
        </p:txBody>
      </p:sp>
      <p:sp>
        <p:nvSpPr>
          <p:cNvPr id="23" name="Slide Number Placeholder 22">
            <a:extLst>
              <a:ext uri="{FF2B5EF4-FFF2-40B4-BE49-F238E27FC236}">
                <a16:creationId xmlns:a16="http://schemas.microsoft.com/office/drawing/2014/main" id="{7B583A9E-DE26-7A5E-C3AD-CD3973B556DA}"/>
              </a:ext>
            </a:extLst>
          </p:cNvPr>
          <p:cNvSpPr>
            <a:spLocks noGrp="1"/>
          </p:cNvSpPr>
          <p:nvPr>
            <p:ph type="sldNum" sz="quarter" idx="4"/>
          </p:nvPr>
        </p:nvSpPr>
        <p:spPr>
          <a:xfrm>
            <a:off x="146050" y="6210300"/>
            <a:ext cx="457200" cy="457200"/>
          </a:xfrm>
          <a:prstGeom prst="ellipse">
            <a:avLst/>
          </a:prstGeom>
          <a:solidFill>
            <a:schemeClr val="accent1"/>
          </a:solidFill>
        </p:spPr>
        <p:txBody>
          <a:bodyPr wrap="none" lIns="0" tIns="0" rIns="0" bIns="0" anchor="ctr" anchorCtr="1">
            <a:noAutofit/>
          </a:bodyPr>
          <a:lstStyle>
            <a:lvl1pPr algn="ctr" eaLnBrk="1" fontAlgn="auto" latinLnBrk="0" hangingPunct="1">
              <a:spcBef>
                <a:spcPts val="0"/>
              </a:spcBef>
              <a:spcAft>
                <a:spcPts val="0"/>
              </a:spcAft>
              <a:defRPr kumimoji="0" sz="1400">
                <a:solidFill>
                  <a:srgbClr val="FFFFFF"/>
                </a:solidFill>
                <a:latin typeface="+mj-lt"/>
                <a:ea typeface="+mj-ea"/>
                <a:cs typeface="+mj-cs"/>
              </a:defRPr>
            </a:lvl1pPr>
          </a:lstStyle>
          <a:p>
            <a:pPr>
              <a:defRPr/>
            </a:pPr>
            <a:fld id="{89D32ED2-D5BF-43BE-A34F-5A098C562BD4}" type="slidenum">
              <a:rPr lang="en-US"/>
              <a:pPr>
                <a:defRPr/>
              </a:pPr>
              <a:t>‹#›</a:t>
            </a:fld>
            <a:endParaRPr lang="en-US" dirty="0"/>
          </a:p>
        </p:txBody>
      </p:sp>
    </p:spTree>
    <p:extLst>
      <p:ext uri="{BB962C8B-B14F-4D97-AF65-F5344CB8AC3E}">
        <p14:creationId xmlns:p14="http://schemas.microsoft.com/office/powerpoint/2010/main" val="883220144"/>
      </p:ext>
    </p:extLst>
  </p:cSld>
  <p:clrMap bg1="lt1" tx1="dk1" bg2="lt2" tx2="dk2" accent1="accent1" accent2="accent2" accent3="accent3" accent4="accent4" accent5="accent5" accent6="accent6" hlink="hlink" folHlink="folHlink"/>
  <p:sldLayoutIdLst>
    <p:sldLayoutId id="2147483713" r:id="rId1"/>
    <p:sldLayoutId id="2147483714" r:id="rId2"/>
    <p:sldLayoutId id="2147483715" r:id="rId3"/>
    <p:sldLayoutId id="2147483716" r:id="rId4"/>
    <p:sldLayoutId id="2147483717" r:id="rId5"/>
    <p:sldLayoutId id="2147483718" r:id="rId6"/>
    <p:sldLayoutId id="2147483719" r:id="rId7"/>
    <p:sldLayoutId id="2147483720" r:id="rId8"/>
    <p:sldLayoutId id="2147483721" r:id="rId9"/>
    <p:sldLayoutId id="2147483722" r:id="rId10"/>
    <p:sldLayoutId id="2147483723" r:id="rId11"/>
    <p:sldLayoutId id="2147483724" r:id="rId12"/>
  </p:sldLayoutIdLst>
  <p:hf hdr="0" dt="0"/>
  <p:txStyles>
    <p:titleStyle>
      <a:lvl1pPr algn="l" rtl="0" eaLnBrk="0" fontAlgn="base" hangingPunct="0">
        <a:spcBef>
          <a:spcPct val="0"/>
        </a:spcBef>
        <a:spcAft>
          <a:spcPct val="0"/>
        </a:spcAft>
        <a:defRPr sz="4000" kern="1200">
          <a:solidFill>
            <a:schemeClr val="tx2"/>
          </a:solidFill>
          <a:latin typeface="+mj-lt"/>
          <a:ea typeface="+mj-ea"/>
          <a:cs typeface="+mj-cs"/>
        </a:defRPr>
      </a:lvl1pPr>
      <a:lvl2pPr algn="l" rtl="0" eaLnBrk="0" fontAlgn="base" hangingPunct="0">
        <a:spcBef>
          <a:spcPct val="0"/>
        </a:spcBef>
        <a:spcAft>
          <a:spcPct val="0"/>
        </a:spcAft>
        <a:defRPr sz="4000">
          <a:solidFill>
            <a:schemeClr val="tx2"/>
          </a:solidFill>
          <a:latin typeface="Franklin Gothic Book"/>
        </a:defRPr>
      </a:lvl2pPr>
      <a:lvl3pPr algn="l" rtl="0" eaLnBrk="0" fontAlgn="base" hangingPunct="0">
        <a:spcBef>
          <a:spcPct val="0"/>
        </a:spcBef>
        <a:spcAft>
          <a:spcPct val="0"/>
        </a:spcAft>
        <a:defRPr sz="4000">
          <a:solidFill>
            <a:schemeClr val="tx2"/>
          </a:solidFill>
          <a:latin typeface="Franklin Gothic Book"/>
        </a:defRPr>
      </a:lvl3pPr>
      <a:lvl4pPr algn="l" rtl="0" eaLnBrk="0" fontAlgn="base" hangingPunct="0">
        <a:spcBef>
          <a:spcPct val="0"/>
        </a:spcBef>
        <a:spcAft>
          <a:spcPct val="0"/>
        </a:spcAft>
        <a:defRPr sz="4000">
          <a:solidFill>
            <a:schemeClr val="tx2"/>
          </a:solidFill>
          <a:latin typeface="Franklin Gothic Book"/>
        </a:defRPr>
      </a:lvl4pPr>
      <a:lvl5pPr algn="l" rtl="0" eaLnBrk="0" fontAlgn="base" hangingPunct="0">
        <a:spcBef>
          <a:spcPct val="0"/>
        </a:spcBef>
        <a:spcAft>
          <a:spcPct val="0"/>
        </a:spcAft>
        <a:defRPr sz="4000">
          <a:solidFill>
            <a:schemeClr val="tx2"/>
          </a:solidFill>
          <a:latin typeface="Franklin Gothic Book"/>
        </a:defRPr>
      </a:lvl5pPr>
      <a:lvl6pPr marL="457200" algn="l" rtl="0" fontAlgn="base">
        <a:spcBef>
          <a:spcPct val="0"/>
        </a:spcBef>
        <a:spcAft>
          <a:spcPct val="0"/>
        </a:spcAft>
        <a:defRPr sz="4000">
          <a:solidFill>
            <a:schemeClr val="tx2"/>
          </a:solidFill>
          <a:latin typeface="Franklin Gothic Book"/>
        </a:defRPr>
      </a:lvl6pPr>
      <a:lvl7pPr marL="914400" algn="l" rtl="0" fontAlgn="base">
        <a:spcBef>
          <a:spcPct val="0"/>
        </a:spcBef>
        <a:spcAft>
          <a:spcPct val="0"/>
        </a:spcAft>
        <a:defRPr sz="4000">
          <a:solidFill>
            <a:schemeClr val="tx2"/>
          </a:solidFill>
          <a:latin typeface="Franklin Gothic Book"/>
        </a:defRPr>
      </a:lvl7pPr>
      <a:lvl8pPr marL="1371600" algn="l" rtl="0" fontAlgn="base">
        <a:spcBef>
          <a:spcPct val="0"/>
        </a:spcBef>
        <a:spcAft>
          <a:spcPct val="0"/>
        </a:spcAft>
        <a:defRPr sz="4000">
          <a:solidFill>
            <a:schemeClr val="tx2"/>
          </a:solidFill>
          <a:latin typeface="Franklin Gothic Book"/>
        </a:defRPr>
      </a:lvl8pPr>
      <a:lvl9pPr marL="1828800" algn="l" rtl="0" fontAlgn="base">
        <a:spcBef>
          <a:spcPct val="0"/>
        </a:spcBef>
        <a:spcAft>
          <a:spcPct val="0"/>
        </a:spcAft>
        <a:defRPr sz="4000">
          <a:solidFill>
            <a:schemeClr val="tx2"/>
          </a:solidFill>
          <a:latin typeface="Franklin Gothic Book"/>
        </a:defRPr>
      </a:lvl9pPr>
    </p:titleStyle>
    <p:bodyStyle>
      <a:lvl1pPr marL="273050" indent="-273050" algn="l" rtl="0" eaLnBrk="0" fontAlgn="base" hangingPunct="0">
        <a:spcBef>
          <a:spcPts val="575"/>
        </a:spcBef>
        <a:spcAft>
          <a:spcPct val="0"/>
        </a:spcAft>
        <a:buClr>
          <a:schemeClr val="accent1"/>
        </a:buClr>
        <a:buSzPct val="85000"/>
        <a:buFont typeface="Wingdings 2" panose="05020102010507070707" pitchFamily="18" charset="2"/>
        <a:buChar char=""/>
        <a:defRPr sz="2600" kern="1200">
          <a:solidFill>
            <a:schemeClr val="tx1"/>
          </a:solidFill>
          <a:latin typeface="+mn-lt"/>
          <a:ea typeface="+mn-ea"/>
          <a:cs typeface="+mn-cs"/>
        </a:defRPr>
      </a:lvl1pPr>
      <a:lvl2pPr marL="547688" indent="-228600" algn="l" rtl="0" eaLnBrk="0" fontAlgn="base" hangingPunct="0">
        <a:spcBef>
          <a:spcPts val="375"/>
        </a:spcBef>
        <a:spcAft>
          <a:spcPct val="0"/>
        </a:spcAft>
        <a:buClr>
          <a:schemeClr val="accent2"/>
        </a:buClr>
        <a:buSzPct val="85000"/>
        <a:buFont typeface="Wingdings 2" panose="05020102010507070707" pitchFamily="18" charset="2"/>
        <a:buChar char=""/>
        <a:defRPr sz="2400" kern="1200">
          <a:solidFill>
            <a:schemeClr val="tx1"/>
          </a:solidFill>
          <a:latin typeface="+mn-lt"/>
          <a:ea typeface="+mn-ea"/>
          <a:cs typeface="+mn-cs"/>
        </a:defRPr>
      </a:lvl2pPr>
      <a:lvl3pPr marL="822325" indent="-228600" algn="l" rtl="0" eaLnBrk="0" fontAlgn="base" hangingPunct="0">
        <a:spcBef>
          <a:spcPts val="375"/>
        </a:spcBef>
        <a:spcAft>
          <a:spcPct val="0"/>
        </a:spcAft>
        <a:buClr>
          <a:srgbClr val="E6B1AB"/>
        </a:buClr>
        <a:buSzPct val="85000"/>
        <a:buFont typeface="Wingdings 2" panose="05020102010507070707" pitchFamily="18" charset="2"/>
        <a:buChar char=""/>
        <a:defRPr sz="2000" kern="1200">
          <a:solidFill>
            <a:schemeClr val="tx1"/>
          </a:solidFill>
          <a:latin typeface="+mn-lt"/>
          <a:ea typeface="+mn-ea"/>
          <a:cs typeface="+mn-cs"/>
        </a:defRPr>
      </a:lvl3pPr>
      <a:lvl4pPr marL="1096963" indent="-228600" algn="l" rtl="0" eaLnBrk="0" fontAlgn="base" hangingPunct="0">
        <a:spcBef>
          <a:spcPts val="375"/>
        </a:spcBef>
        <a:spcAft>
          <a:spcPct val="0"/>
        </a:spcAft>
        <a:buClr>
          <a:srgbClr val="A28E6A"/>
        </a:buClr>
        <a:buSzPct val="80000"/>
        <a:buFont typeface="Wingdings 2" panose="05020102010507070707" pitchFamily="18" charset="2"/>
        <a:buChar char=""/>
        <a:defRPr sz="2000" kern="1200">
          <a:solidFill>
            <a:schemeClr val="tx1"/>
          </a:solidFill>
          <a:latin typeface="+mn-lt"/>
          <a:ea typeface="+mn-ea"/>
          <a:cs typeface="+mn-cs"/>
        </a:defRPr>
      </a:lvl4pPr>
      <a:lvl5pPr marL="1371600" indent="-228600" algn="l" rtl="0" eaLnBrk="0" fontAlgn="base" hangingPunct="0">
        <a:spcBef>
          <a:spcPts val="375"/>
        </a:spcBef>
        <a:spcAft>
          <a:spcPct val="0"/>
        </a:spcAft>
        <a:buClr>
          <a:srgbClr val="A28E6A"/>
        </a:buClr>
        <a:buChar char="o"/>
        <a:defRPr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wmf"/></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8.xml"/></Relationships>
</file>

<file path=ppt/slides/_rels/slide42.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3.w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E88791EC-AB1E-F372-9941-8AB82DEBB6D5}"/>
              </a:ext>
            </a:extLst>
          </p:cNvPr>
          <p:cNvSpPr>
            <a:spLocks noGrp="1" noChangeArrowheads="1"/>
          </p:cNvSpPr>
          <p:nvPr>
            <p:ph type="ctrTitle"/>
          </p:nvPr>
        </p:nvSpPr>
        <p:spPr>
          <a:xfrm>
            <a:off x="790575" y="1557338"/>
            <a:ext cx="7669213" cy="2087562"/>
          </a:xfrm>
          <a:solidFill>
            <a:srgbClr val="FFFFCC">
              <a:alpha val="20000"/>
            </a:srgbClr>
          </a:solidFill>
          <a:ln w="38100">
            <a:solidFill>
              <a:srgbClr val="800000"/>
            </a:solidFill>
            <a:miter lim="800000"/>
            <a:headEnd/>
            <a:tailEnd/>
          </a:ln>
        </p:spPr>
        <p:txBody>
          <a:bodyPr/>
          <a:lstStyle/>
          <a:p>
            <a:pPr algn="ctr" eaLnBrk="1" hangingPunct="1">
              <a:lnSpc>
                <a:spcPct val="150000"/>
              </a:lnSpc>
            </a:pPr>
            <a:r>
              <a:rPr lang="en-US" altLang="en-US" sz="3200" b="1" u="sng" dirty="0">
                <a:solidFill>
                  <a:srgbClr val="800000"/>
                </a:solidFill>
              </a:rPr>
              <a:t>Unit - 10</a:t>
            </a:r>
            <a:br>
              <a:rPr lang="en-US" altLang="en-US" sz="3200" b="1" dirty="0">
                <a:solidFill>
                  <a:srgbClr val="800000"/>
                </a:solidFill>
              </a:rPr>
            </a:br>
            <a:r>
              <a:rPr lang="en-US" altLang="en-US" sz="3200" b="1" dirty="0">
                <a:solidFill>
                  <a:schemeClr val="accent6"/>
                </a:solidFill>
              </a:rPr>
              <a:t>Normalization</a:t>
            </a:r>
            <a:endParaRPr lang="de-AT" altLang="en-US" sz="3200" b="1" dirty="0">
              <a:solidFill>
                <a:schemeClr val="accent6"/>
              </a:solidFill>
            </a:endParaRPr>
          </a:p>
        </p:txBody>
      </p:sp>
      <p:pic>
        <p:nvPicPr>
          <p:cNvPr id="6148" name="Picture 9">
            <a:extLst>
              <a:ext uri="{FF2B5EF4-FFF2-40B4-BE49-F238E27FC236}">
                <a16:creationId xmlns:a16="http://schemas.microsoft.com/office/drawing/2014/main" id="{BD1FF69D-2012-2D2D-8CB0-E3110E19C33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67625" y="0"/>
            <a:ext cx="803275" cy="1125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49" name="Picture 11">
            <a:extLst>
              <a:ext uri="{FF2B5EF4-FFF2-40B4-BE49-F238E27FC236}">
                <a16:creationId xmlns:a16="http://schemas.microsoft.com/office/drawing/2014/main" id="{B202448E-5031-E260-EB06-F2A52866CB7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08038" y="0"/>
            <a:ext cx="955675" cy="1125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angle 3">
            <a:extLst>
              <a:ext uri="{FF2B5EF4-FFF2-40B4-BE49-F238E27FC236}">
                <a16:creationId xmlns:a16="http://schemas.microsoft.com/office/drawing/2014/main" id="{57BD0063-145A-F0E6-054F-8AF2B38F828C}"/>
              </a:ext>
            </a:extLst>
          </p:cNvPr>
          <p:cNvSpPr txBox="1">
            <a:spLocks noChangeArrowheads="1"/>
          </p:cNvSpPr>
          <p:nvPr/>
        </p:nvSpPr>
        <p:spPr bwMode="auto">
          <a:xfrm>
            <a:off x="790575" y="3860899"/>
            <a:ext cx="7669213" cy="1584325"/>
          </a:xfrm>
          <a:prstGeom prst="rect">
            <a:avLst/>
          </a:prstGeom>
          <a:solidFill>
            <a:srgbClr val="FFFFCC">
              <a:alpha val="20000"/>
            </a:srgbClr>
          </a:solidFill>
          <a:ln w="38100" cap="flat" algn="ctr">
            <a:solidFill>
              <a:srgbClr val="800000"/>
            </a:solidFill>
            <a:miter lim="800000"/>
            <a:headEnd/>
            <a:tailEnd/>
          </a:ln>
        </p:spPr>
        <p:txBody>
          <a:bodyPr anchor="ctr"/>
          <a:lstStyle>
            <a:lvl1pPr marL="0" indent="0" algn="ctr" rtl="0" eaLnBrk="0" fontAlgn="base" hangingPunct="0">
              <a:spcBef>
                <a:spcPct val="20000"/>
              </a:spcBef>
              <a:spcAft>
                <a:spcPct val="0"/>
              </a:spcAft>
              <a:buNone/>
              <a:defRPr sz="2800">
                <a:solidFill>
                  <a:schemeClr val="tx1"/>
                </a:solidFill>
                <a:latin typeface="+mn-lt"/>
                <a:ea typeface="+mn-ea"/>
                <a:cs typeface="+mn-cs"/>
              </a:defRPr>
            </a:lvl1pPr>
            <a:lvl2pPr marL="457200" indent="0" algn="ctr" rtl="0" eaLnBrk="0" fontAlgn="base" hangingPunct="0">
              <a:spcBef>
                <a:spcPct val="20000"/>
              </a:spcBef>
              <a:spcAft>
                <a:spcPct val="0"/>
              </a:spcAft>
              <a:buNone/>
              <a:defRPr sz="2400">
                <a:solidFill>
                  <a:schemeClr val="tx1"/>
                </a:solidFill>
                <a:latin typeface="+mn-lt"/>
              </a:defRPr>
            </a:lvl2pPr>
            <a:lvl3pPr marL="914400" indent="0" algn="ctr" rtl="0" eaLnBrk="0" fontAlgn="base" hangingPunct="0">
              <a:spcBef>
                <a:spcPct val="20000"/>
              </a:spcBef>
              <a:spcAft>
                <a:spcPct val="0"/>
              </a:spcAft>
              <a:buNone/>
              <a:defRPr sz="2000">
                <a:solidFill>
                  <a:schemeClr val="tx1"/>
                </a:solidFill>
                <a:latin typeface="+mn-lt"/>
              </a:defRPr>
            </a:lvl3pPr>
            <a:lvl4pPr marL="1371600" indent="0" algn="ctr" rtl="0" eaLnBrk="0" fontAlgn="base" hangingPunct="0">
              <a:spcBef>
                <a:spcPct val="20000"/>
              </a:spcBef>
              <a:spcAft>
                <a:spcPct val="0"/>
              </a:spcAft>
              <a:buNone/>
              <a:defRPr sz="2000">
                <a:solidFill>
                  <a:schemeClr val="tx1"/>
                </a:solidFill>
                <a:latin typeface="+mn-lt"/>
              </a:defRPr>
            </a:lvl4pPr>
            <a:lvl5pPr marL="1828800" indent="0" algn="ctr" rtl="0" eaLnBrk="0" fontAlgn="base" hangingPunct="0">
              <a:spcBef>
                <a:spcPct val="20000"/>
              </a:spcBef>
              <a:spcAft>
                <a:spcPct val="0"/>
              </a:spcAft>
              <a:buNone/>
              <a:defRPr sz="2000">
                <a:solidFill>
                  <a:schemeClr val="tx1"/>
                </a:solidFill>
                <a:latin typeface="+mn-lt"/>
              </a:defRPr>
            </a:lvl5pPr>
            <a:lvl6pPr marL="2286000" indent="0" algn="ctr" rtl="0" fontAlgn="base">
              <a:spcBef>
                <a:spcPct val="20000"/>
              </a:spcBef>
              <a:spcAft>
                <a:spcPct val="0"/>
              </a:spcAft>
              <a:buNone/>
              <a:defRPr>
                <a:solidFill>
                  <a:schemeClr val="tx1"/>
                </a:solidFill>
                <a:latin typeface="+mn-lt"/>
              </a:defRPr>
            </a:lvl6pPr>
            <a:lvl7pPr marL="2743200" indent="0" algn="ctr" rtl="0" fontAlgn="base">
              <a:spcBef>
                <a:spcPct val="20000"/>
              </a:spcBef>
              <a:spcAft>
                <a:spcPct val="0"/>
              </a:spcAft>
              <a:buNone/>
              <a:defRPr>
                <a:solidFill>
                  <a:schemeClr val="tx1"/>
                </a:solidFill>
                <a:latin typeface="+mn-lt"/>
              </a:defRPr>
            </a:lvl7pPr>
            <a:lvl8pPr marL="3200400" indent="0" algn="ctr" rtl="0" fontAlgn="base">
              <a:spcBef>
                <a:spcPct val="20000"/>
              </a:spcBef>
              <a:spcAft>
                <a:spcPct val="0"/>
              </a:spcAft>
              <a:buNone/>
              <a:defRPr>
                <a:solidFill>
                  <a:schemeClr val="tx1"/>
                </a:solidFill>
                <a:latin typeface="+mn-lt"/>
              </a:defRPr>
            </a:lvl8pPr>
            <a:lvl9pPr marL="3657600" indent="0" algn="ctr" rtl="0" fontAlgn="base">
              <a:spcBef>
                <a:spcPct val="20000"/>
              </a:spcBef>
              <a:spcAft>
                <a:spcPct val="0"/>
              </a:spcAft>
              <a:buNone/>
              <a:defRPr>
                <a:solidFill>
                  <a:schemeClr val="tx1"/>
                </a:solidFill>
                <a:latin typeface="+mn-lt"/>
              </a:defRPr>
            </a:lvl9pPr>
          </a:lstStyle>
          <a:p>
            <a:pPr eaLnBrk="1" hangingPunct="1">
              <a:lnSpc>
                <a:spcPct val="80000"/>
              </a:lnSpc>
              <a:spcBef>
                <a:spcPct val="0"/>
              </a:spcBef>
              <a:defRPr/>
            </a:pPr>
            <a:endParaRPr lang="en-US" altLang="en-US" sz="2400" b="1" kern="0" dirty="0">
              <a:solidFill>
                <a:schemeClr val="accent2"/>
              </a:solidFill>
            </a:endParaRPr>
          </a:p>
          <a:p>
            <a:pPr eaLnBrk="1" hangingPunct="1">
              <a:lnSpc>
                <a:spcPct val="80000"/>
              </a:lnSpc>
              <a:spcBef>
                <a:spcPct val="0"/>
              </a:spcBef>
              <a:defRPr/>
            </a:pPr>
            <a:r>
              <a:rPr lang="en-US" altLang="en-US" sz="3200" kern="0" dirty="0">
                <a:solidFill>
                  <a:srgbClr val="800000"/>
                </a:solidFill>
              </a:rPr>
              <a:t>Dr. Asif Sohail</a:t>
            </a:r>
            <a:r>
              <a:rPr lang="en-US" altLang="en-US" sz="3200" kern="0" dirty="0">
                <a:solidFill>
                  <a:schemeClr val="folHlink"/>
                </a:solidFill>
              </a:rPr>
              <a:t> </a:t>
            </a:r>
            <a:br>
              <a:rPr lang="en-US" altLang="en-US" sz="3200" b="1" kern="0" dirty="0">
                <a:solidFill>
                  <a:schemeClr val="folHlink"/>
                </a:solidFill>
              </a:rPr>
            </a:br>
            <a:br>
              <a:rPr lang="en-US" altLang="en-US" sz="3200" b="1" kern="0" dirty="0"/>
            </a:br>
            <a:r>
              <a:rPr lang="en-US" altLang="en-US" sz="1800" b="1" kern="0" dirty="0"/>
              <a:t>University of the Punjab</a:t>
            </a:r>
          </a:p>
          <a:p>
            <a:pPr eaLnBrk="1" hangingPunct="1">
              <a:lnSpc>
                <a:spcPct val="80000"/>
              </a:lnSpc>
              <a:spcBef>
                <a:spcPct val="0"/>
              </a:spcBef>
              <a:defRPr/>
            </a:pPr>
            <a:r>
              <a:rPr lang="en-US" altLang="en-US" sz="1800" b="1" kern="0" dirty="0">
                <a:solidFill>
                  <a:schemeClr val="accent2"/>
                </a:solidFill>
              </a:rPr>
              <a:t>Department of Information Technology, FCIT</a:t>
            </a:r>
            <a:endParaRPr lang="de-AT" altLang="en-US" sz="1800" b="1" kern="0" dirty="0">
              <a:solidFill>
                <a:schemeClr val="accent2"/>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a:extLst>
              <a:ext uri="{FF2B5EF4-FFF2-40B4-BE49-F238E27FC236}">
                <a16:creationId xmlns:a16="http://schemas.microsoft.com/office/drawing/2014/main" id="{FC3D683F-8DB1-A03A-4068-12012AE1F68B}"/>
              </a:ext>
            </a:extLst>
          </p:cNvPr>
          <p:cNvSpPr>
            <a:spLocks noGrp="1" noChangeArrowheads="1"/>
          </p:cNvSpPr>
          <p:nvPr>
            <p:ph type="title"/>
          </p:nvPr>
        </p:nvSpPr>
        <p:spPr>
          <a:xfrm>
            <a:off x="323850" y="620713"/>
            <a:ext cx="5148263" cy="504825"/>
          </a:xfrm>
          <a:noFill/>
          <a:extLst>
            <a:ext uri="{91240B29-F687-4F45-9708-019B960494DF}">
              <a14:hiddenLine xmlns:a14="http://schemas.microsoft.com/office/drawing/2010/main" w="9525" cap="flat" cmpd="sng" algn="ctr">
                <a:solidFill>
                  <a:srgbClr val="000000"/>
                </a:solidFill>
                <a:prstDash val="solid"/>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r>
              <a:rPr lang="en-US" altLang="en-US" sz="2400" b="1">
                <a:solidFill>
                  <a:srgbClr val="800000"/>
                </a:solidFill>
              </a:rPr>
              <a:t>Introduction</a:t>
            </a:r>
          </a:p>
        </p:txBody>
      </p:sp>
      <p:sp>
        <p:nvSpPr>
          <p:cNvPr id="3075" name="Rectangle 3">
            <a:extLst>
              <a:ext uri="{FF2B5EF4-FFF2-40B4-BE49-F238E27FC236}">
                <a16:creationId xmlns:a16="http://schemas.microsoft.com/office/drawing/2014/main" id="{B00847D2-31D6-4C26-24B9-0A778A04D387}"/>
              </a:ext>
            </a:extLst>
          </p:cNvPr>
          <p:cNvSpPr>
            <a:spLocks noGrp="1" noChangeArrowheads="1"/>
          </p:cNvSpPr>
          <p:nvPr>
            <p:ph type="body" idx="1"/>
          </p:nvPr>
        </p:nvSpPr>
        <p:spPr>
          <a:xfrm>
            <a:off x="395288" y="1196975"/>
            <a:ext cx="8280400" cy="5165725"/>
          </a:xfrm>
        </p:spPr>
        <p:txBody>
          <a:bodyPr/>
          <a:lstStyle/>
          <a:p>
            <a:pPr algn="just">
              <a:spcBef>
                <a:spcPts val="200"/>
              </a:spcBef>
              <a:defRPr/>
            </a:pPr>
            <a:r>
              <a:rPr lang="en-US" sz="2400" dirty="0">
                <a:latin typeface="Calibri" pitchFamily="34" charset="0"/>
                <a:cs typeface="Calibri" pitchFamily="34" charset="0"/>
              </a:rPr>
              <a:t>Normalization is a process of converting a complex, large and unstable relation into a set of simple, small and stable relations </a:t>
            </a:r>
            <a:r>
              <a:rPr lang="en-US" sz="2400" dirty="0">
                <a:solidFill>
                  <a:schemeClr val="accent2"/>
                </a:solidFill>
                <a:latin typeface="Calibri" pitchFamily="34" charset="0"/>
                <a:cs typeface="Calibri" pitchFamily="34" charset="0"/>
              </a:rPr>
              <a:t>(Bottom-up database design)</a:t>
            </a:r>
            <a:r>
              <a:rPr lang="en-US" sz="2400" dirty="0">
                <a:latin typeface="Calibri" pitchFamily="34" charset="0"/>
                <a:cs typeface="Calibri" pitchFamily="34" charset="0"/>
              </a:rPr>
              <a:t>.</a:t>
            </a:r>
          </a:p>
          <a:p>
            <a:pPr algn="just">
              <a:spcBef>
                <a:spcPts val="200"/>
              </a:spcBef>
              <a:defRPr/>
            </a:pPr>
            <a:r>
              <a:rPr lang="en-US" sz="2400" dirty="0">
                <a:latin typeface="Calibri" pitchFamily="34" charset="0"/>
                <a:cs typeface="Calibri" pitchFamily="34" charset="0"/>
              </a:rPr>
              <a:t>Alternatively, normalization can be used as a </a:t>
            </a:r>
            <a:r>
              <a:rPr lang="en-US" sz="2400" dirty="0">
                <a:solidFill>
                  <a:schemeClr val="accent2"/>
                </a:solidFill>
                <a:latin typeface="Calibri" pitchFamily="34" charset="0"/>
                <a:cs typeface="Calibri" pitchFamily="34" charset="0"/>
              </a:rPr>
              <a:t>validation technique</a:t>
            </a:r>
            <a:r>
              <a:rPr lang="en-US" sz="2400" dirty="0">
                <a:latin typeface="Calibri" pitchFamily="34" charset="0"/>
                <a:cs typeface="Calibri" pitchFamily="34" charset="0"/>
              </a:rPr>
              <a:t> to check the structures of relations obtained after transforming an ERD into relations </a:t>
            </a:r>
            <a:r>
              <a:rPr lang="en-US" sz="2400" dirty="0">
                <a:solidFill>
                  <a:schemeClr val="accent2"/>
                </a:solidFill>
                <a:latin typeface="Calibri" pitchFamily="34" charset="0"/>
                <a:cs typeface="Calibri" pitchFamily="34" charset="0"/>
              </a:rPr>
              <a:t>(Top-down database design)</a:t>
            </a:r>
            <a:r>
              <a:rPr lang="en-US" sz="2400" dirty="0">
                <a:latin typeface="Calibri" pitchFamily="34" charset="0"/>
                <a:cs typeface="Calibri" pitchFamily="34" charset="0"/>
              </a:rPr>
              <a:t>. </a:t>
            </a:r>
          </a:p>
          <a:p>
            <a:pPr algn="just">
              <a:spcBef>
                <a:spcPts val="200"/>
              </a:spcBef>
              <a:defRPr/>
            </a:pPr>
            <a:r>
              <a:rPr lang="en-US" sz="2400" dirty="0">
                <a:latin typeface="Calibri" pitchFamily="34" charset="0"/>
                <a:cs typeface="Calibri" pitchFamily="34" charset="0"/>
              </a:rPr>
              <a:t>It is a process of efficiently organizing data in a database.</a:t>
            </a:r>
          </a:p>
          <a:p>
            <a:pPr algn="just">
              <a:spcBef>
                <a:spcPts val="200"/>
              </a:spcBef>
              <a:defRPr/>
            </a:pPr>
            <a:r>
              <a:rPr lang="en-US" sz="2400" dirty="0">
                <a:latin typeface="Calibri" pitchFamily="34" charset="0"/>
                <a:cs typeface="Calibri" pitchFamily="34" charset="0"/>
              </a:rPr>
              <a:t>Normalization results in a </a:t>
            </a:r>
            <a:r>
              <a:rPr lang="en-US" sz="2400" dirty="0">
                <a:solidFill>
                  <a:schemeClr val="accent2"/>
                </a:solidFill>
                <a:latin typeface="Calibri" pitchFamily="34" charset="0"/>
                <a:cs typeface="Calibri" pitchFamily="34" charset="0"/>
              </a:rPr>
              <a:t>well structured relation</a:t>
            </a:r>
            <a:r>
              <a:rPr lang="en-US" sz="2400" dirty="0">
                <a:latin typeface="Calibri" pitchFamily="34" charset="0"/>
                <a:cs typeface="Calibri" pitchFamily="34" charset="0"/>
              </a:rPr>
              <a:t> – a relation that contains minimum redundancy that allows insert, update and delete operations without errors or inconsistencies. </a:t>
            </a:r>
          </a:p>
          <a:p>
            <a:pPr algn="just">
              <a:spcBef>
                <a:spcPts val="200"/>
              </a:spcBef>
              <a:defRPr/>
            </a:pPr>
            <a:r>
              <a:rPr lang="en-US" sz="2400" dirty="0">
                <a:latin typeface="Calibri" pitchFamily="34" charset="0"/>
                <a:cs typeface="Calibri" pitchFamily="34" charset="0"/>
              </a:rPr>
              <a:t>Errors or inconsistencies caused by redundant data are also called </a:t>
            </a:r>
            <a:r>
              <a:rPr lang="en-US" sz="2400" dirty="0">
                <a:solidFill>
                  <a:schemeClr val="accent2"/>
                </a:solidFill>
                <a:latin typeface="Calibri" pitchFamily="34" charset="0"/>
                <a:cs typeface="Calibri" pitchFamily="34" charset="0"/>
              </a:rPr>
              <a:t>anomalies</a:t>
            </a:r>
            <a:r>
              <a:rPr lang="en-US" sz="2400" dirty="0">
                <a:latin typeface="Calibri" pitchFamily="34" charset="0"/>
                <a:cs typeface="Calibri" pitchFamily="34" charset="0"/>
              </a:rPr>
              <a:t>. </a:t>
            </a:r>
          </a:p>
          <a:p>
            <a:pPr marL="609600" indent="-609600" algn="just">
              <a:spcBef>
                <a:spcPts val="200"/>
              </a:spcBef>
              <a:defRPr/>
            </a:pPr>
            <a:endParaRPr lang="en-US" sz="2400" dirty="0">
              <a:solidFill>
                <a:schemeClr val="accent2"/>
              </a:solidFill>
              <a:latin typeface="Calibri" pitchFamily="34" charset="0"/>
              <a:cs typeface="Calibri" pitchFamily="34" charset="0"/>
            </a:endParaRPr>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a:extLst>
              <a:ext uri="{FF2B5EF4-FFF2-40B4-BE49-F238E27FC236}">
                <a16:creationId xmlns:a16="http://schemas.microsoft.com/office/drawing/2014/main" id="{F0A02449-409A-D66B-E192-1C81CE968AD6}"/>
              </a:ext>
            </a:extLst>
          </p:cNvPr>
          <p:cNvSpPr>
            <a:spLocks noGrp="1" noChangeArrowheads="1"/>
          </p:cNvSpPr>
          <p:nvPr>
            <p:ph type="title"/>
          </p:nvPr>
        </p:nvSpPr>
        <p:spPr>
          <a:xfrm>
            <a:off x="323850" y="620713"/>
            <a:ext cx="5148263" cy="504825"/>
          </a:xfrm>
          <a:noFill/>
          <a:extLst>
            <a:ext uri="{91240B29-F687-4F45-9708-019B960494DF}">
              <a14:hiddenLine xmlns:a14="http://schemas.microsoft.com/office/drawing/2010/main" w="9525" cap="flat" cmpd="sng" algn="ctr">
                <a:solidFill>
                  <a:srgbClr val="000000"/>
                </a:solidFill>
                <a:prstDash val="solid"/>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r>
              <a:rPr lang="en-US" altLang="en-US" sz="2400" b="1">
                <a:solidFill>
                  <a:srgbClr val="800000"/>
                </a:solidFill>
              </a:rPr>
              <a:t>Introduction</a:t>
            </a:r>
          </a:p>
        </p:txBody>
      </p:sp>
      <p:sp>
        <p:nvSpPr>
          <p:cNvPr id="4099" name="Rectangle 3">
            <a:extLst>
              <a:ext uri="{FF2B5EF4-FFF2-40B4-BE49-F238E27FC236}">
                <a16:creationId xmlns:a16="http://schemas.microsoft.com/office/drawing/2014/main" id="{86BB1EC5-5B21-9511-0198-C002898EF87B}"/>
              </a:ext>
            </a:extLst>
          </p:cNvPr>
          <p:cNvSpPr>
            <a:spLocks noGrp="1" noChangeArrowheads="1"/>
          </p:cNvSpPr>
          <p:nvPr>
            <p:ph type="body" idx="1"/>
          </p:nvPr>
        </p:nvSpPr>
        <p:spPr>
          <a:xfrm>
            <a:off x="323850" y="1287463"/>
            <a:ext cx="8497888" cy="5165725"/>
          </a:xfrm>
        </p:spPr>
        <p:txBody>
          <a:bodyPr/>
          <a:lstStyle/>
          <a:p>
            <a:pPr marL="609600" indent="-609600" algn="just">
              <a:buFontTx/>
              <a:buNone/>
              <a:defRPr/>
            </a:pPr>
            <a:r>
              <a:rPr lang="en-US" sz="2400" dirty="0">
                <a:latin typeface="Calibri" pitchFamily="34" charset="0"/>
                <a:cs typeface="Calibri" pitchFamily="34" charset="0"/>
              </a:rPr>
              <a:t>There are three types of anomalies:</a:t>
            </a:r>
            <a:endParaRPr lang="en-US" sz="2400" dirty="0">
              <a:solidFill>
                <a:schemeClr val="accent2"/>
              </a:solidFill>
              <a:latin typeface="Calibri" pitchFamily="34" charset="0"/>
              <a:cs typeface="Calibri" pitchFamily="34" charset="0"/>
            </a:endParaRPr>
          </a:p>
          <a:p>
            <a:pPr marL="609600" indent="-609600" algn="just">
              <a:buFontTx/>
              <a:buNone/>
              <a:defRPr/>
            </a:pPr>
            <a:r>
              <a:rPr lang="en-US" sz="2400" dirty="0">
                <a:solidFill>
                  <a:schemeClr val="accent2"/>
                </a:solidFill>
                <a:latin typeface="Calibri" pitchFamily="34" charset="0"/>
                <a:cs typeface="Calibri" pitchFamily="34" charset="0"/>
              </a:rPr>
              <a:t>a) Insertion Anomalies</a:t>
            </a:r>
          </a:p>
          <a:p>
            <a:pPr algn="just">
              <a:defRPr/>
            </a:pPr>
            <a:r>
              <a:rPr lang="en-US" sz="2400" dirty="0">
                <a:latin typeface="Calibri" pitchFamily="34" charset="0"/>
                <a:cs typeface="Calibri" pitchFamily="34" charset="0"/>
              </a:rPr>
              <a:t>Extra data beyond the desired data must be added to the database. </a:t>
            </a:r>
            <a:endParaRPr lang="en-US" sz="2400" dirty="0">
              <a:solidFill>
                <a:schemeClr val="accent2"/>
              </a:solidFill>
              <a:latin typeface="Calibri" pitchFamily="34" charset="0"/>
              <a:cs typeface="Calibri" pitchFamily="34" charset="0"/>
            </a:endParaRPr>
          </a:p>
          <a:p>
            <a:pPr algn="just">
              <a:buFontTx/>
              <a:buNone/>
              <a:defRPr/>
            </a:pPr>
            <a:r>
              <a:rPr lang="en-US" sz="2400" dirty="0">
                <a:solidFill>
                  <a:schemeClr val="accent2"/>
                </a:solidFill>
                <a:latin typeface="Calibri" pitchFamily="34" charset="0"/>
                <a:cs typeface="Calibri" pitchFamily="34" charset="0"/>
              </a:rPr>
              <a:t>b) Deletion Anomalies</a:t>
            </a:r>
          </a:p>
          <a:p>
            <a:pPr algn="just">
              <a:defRPr/>
            </a:pPr>
            <a:r>
              <a:rPr lang="en-US" sz="2400" dirty="0">
                <a:latin typeface="Calibri" pitchFamily="34" charset="0"/>
                <a:cs typeface="Calibri" pitchFamily="34" charset="0"/>
              </a:rPr>
              <a:t>Deletion of a row causes some unwanted deletions.</a:t>
            </a:r>
            <a:endParaRPr lang="en-US" sz="2400" dirty="0">
              <a:solidFill>
                <a:schemeClr val="accent2"/>
              </a:solidFill>
              <a:latin typeface="Calibri" pitchFamily="34" charset="0"/>
              <a:cs typeface="Calibri" pitchFamily="34" charset="0"/>
            </a:endParaRPr>
          </a:p>
          <a:p>
            <a:pPr algn="just">
              <a:buFontTx/>
              <a:buNone/>
              <a:defRPr/>
            </a:pPr>
            <a:r>
              <a:rPr lang="en-US" sz="2400" dirty="0">
                <a:solidFill>
                  <a:schemeClr val="accent2"/>
                </a:solidFill>
                <a:latin typeface="Calibri" pitchFamily="34" charset="0"/>
                <a:cs typeface="Calibri" pitchFamily="34" charset="0"/>
              </a:rPr>
              <a:t>c) Modification Anomalies</a:t>
            </a:r>
          </a:p>
          <a:p>
            <a:pPr algn="just">
              <a:defRPr/>
            </a:pPr>
            <a:r>
              <a:rPr lang="en-US" sz="2400" dirty="0">
                <a:latin typeface="Calibri" pitchFamily="34" charset="0"/>
                <a:cs typeface="Calibri" pitchFamily="34" charset="0"/>
              </a:rPr>
              <a:t>Modification of a single fact requires modifications of multiple rows. </a:t>
            </a:r>
            <a:endParaRPr lang="en-US" sz="2400" dirty="0">
              <a:solidFill>
                <a:schemeClr val="accent2"/>
              </a:solidFill>
              <a:latin typeface="Calibri" pitchFamily="34" charset="0"/>
              <a:cs typeface="Calibri" pitchFamily="34" charset="0"/>
            </a:endParaRPr>
          </a:p>
          <a:p>
            <a:pPr algn="just">
              <a:defRPr/>
            </a:pPr>
            <a:endParaRPr lang="en-US" sz="2400" dirty="0">
              <a:solidFill>
                <a:schemeClr val="accent2"/>
              </a:solidFill>
              <a:latin typeface="Calibri" pitchFamily="34" charset="0"/>
              <a:cs typeface="Calibri" pitchFamily="34" charset="0"/>
            </a:endParaRPr>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a:extLst>
              <a:ext uri="{FF2B5EF4-FFF2-40B4-BE49-F238E27FC236}">
                <a16:creationId xmlns:a16="http://schemas.microsoft.com/office/drawing/2014/main" id="{C0339FA4-209F-FFD5-A265-1447072B32B1}"/>
              </a:ext>
            </a:extLst>
          </p:cNvPr>
          <p:cNvSpPr>
            <a:spLocks noGrp="1" noChangeArrowheads="1"/>
          </p:cNvSpPr>
          <p:nvPr>
            <p:ph type="title"/>
          </p:nvPr>
        </p:nvSpPr>
        <p:spPr>
          <a:xfrm>
            <a:off x="323850" y="331788"/>
            <a:ext cx="5148263" cy="504825"/>
          </a:xfrm>
          <a:noFill/>
          <a:extLst>
            <a:ext uri="{91240B29-F687-4F45-9708-019B960494DF}">
              <a14:hiddenLine xmlns:a14="http://schemas.microsoft.com/office/drawing/2010/main" w="9525" cap="flat" cmpd="sng" algn="ctr">
                <a:solidFill>
                  <a:srgbClr val="000000"/>
                </a:solidFill>
                <a:prstDash val="solid"/>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r>
              <a:rPr lang="en-US" altLang="en-US" sz="2400" b="1">
                <a:solidFill>
                  <a:srgbClr val="800000"/>
                </a:solidFill>
              </a:rPr>
              <a:t>Introduction</a:t>
            </a:r>
          </a:p>
        </p:txBody>
      </p:sp>
      <p:pic>
        <p:nvPicPr>
          <p:cNvPr id="10243" name="Picture 2">
            <a:extLst>
              <a:ext uri="{FF2B5EF4-FFF2-40B4-BE49-F238E27FC236}">
                <a16:creationId xmlns:a16="http://schemas.microsoft.com/office/drawing/2014/main" id="{75A85A48-7517-EC5D-B76D-5B2E5221CBE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3850" y="836613"/>
            <a:ext cx="8601075" cy="5676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a:extLst>
              <a:ext uri="{FF2B5EF4-FFF2-40B4-BE49-F238E27FC236}">
                <a16:creationId xmlns:a16="http://schemas.microsoft.com/office/drawing/2014/main" id="{0A0720E7-8939-A437-462F-567D91357C96}"/>
              </a:ext>
            </a:extLst>
          </p:cNvPr>
          <p:cNvSpPr>
            <a:spLocks noGrp="1" noChangeArrowheads="1"/>
          </p:cNvSpPr>
          <p:nvPr>
            <p:ph type="title"/>
          </p:nvPr>
        </p:nvSpPr>
        <p:spPr>
          <a:xfrm>
            <a:off x="323850" y="620713"/>
            <a:ext cx="5148263" cy="504825"/>
          </a:xfrm>
          <a:noFill/>
          <a:extLst>
            <a:ext uri="{91240B29-F687-4F45-9708-019B960494DF}">
              <a14:hiddenLine xmlns:a14="http://schemas.microsoft.com/office/drawing/2010/main" w="9525" cap="flat" cmpd="sng" algn="ctr">
                <a:solidFill>
                  <a:srgbClr val="000000"/>
                </a:solidFill>
                <a:prstDash val="solid"/>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r>
              <a:rPr lang="en-US" altLang="en-US" sz="2400" b="1">
                <a:solidFill>
                  <a:srgbClr val="800000"/>
                </a:solidFill>
              </a:rPr>
              <a:t>Introduction</a:t>
            </a:r>
          </a:p>
        </p:txBody>
      </p:sp>
      <p:sp>
        <p:nvSpPr>
          <p:cNvPr id="11267" name="Rectangle 3">
            <a:extLst>
              <a:ext uri="{FF2B5EF4-FFF2-40B4-BE49-F238E27FC236}">
                <a16:creationId xmlns:a16="http://schemas.microsoft.com/office/drawing/2014/main" id="{14CC057F-C769-B205-D074-69F9BA1C00FE}"/>
              </a:ext>
            </a:extLst>
          </p:cNvPr>
          <p:cNvSpPr>
            <a:spLocks noGrp="1" noChangeArrowheads="1"/>
          </p:cNvSpPr>
          <p:nvPr>
            <p:ph type="body" idx="1"/>
          </p:nvPr>
        </p:nvSpPr>
        <p:spPr>
          <a:xfrm>
            <a:off x="358775" y="1152525"/>
            <a:ext cx="8280400" cy="5165725"/>
          </a:xfrm>
        </p:spPr>
        <p:txBody>
          <a:bodyPr/>
          <a:lstStyle/>
          <a:p>
            <a:pPr algn="just">
              <a:spcBef>
                <a:spcPct val="0"/>
              </a:spcBef>
            </a:pPr>
            <a:r>
              <a:rPr lang="en-US" altLang="en-US" sz="2400">
                <a:latin typeface="Calibri" panose="020F0502020204030204" pitchFamily="34" charset="0"/>
                <a:cs typeface="Calibri" panose="020F0502020204030204" pitchFamily="34" charset="0"/>
              </a:rPr>
              <a:t>A relational database design must ensure </a:t>
            </a:r>
            <a:r>
              <a:rPr lang="en-US" altLang="en-US" sz="2400">
                <a:solidFill>
                  <a:schemeClr val="accent2"/>
                </a:solidFill>
                <a:latin typeface="Calibri" panose="020F0502020204030204" pitchFamily="34" charset="0"/>
                <a:cs typeface="Calibri" panose="020F0502020204030204" pitchFamily="34" charset="0"/>
              </a:rPr>
              <a:t>information preservation</a:t>
            </a:r>
            <a:r>
              <a:rPr lang="en-US" altLang="en-US" sz="2400">
                <a:latin typeface="Calibri" panose="020F0502020204030204" pitchFamily="34" charset="0"/>
                <a:cs typeface="Calibri" panose="020F0502020204030204" pitchFamily="34" charset="0"/>
              </a:rPr>
              <a:t> and </a:t>
            </a:r>
            <a:r>
              <a:rPr lang="en-US" altLang="en-US" sz="2400">
                <a:solidFill>
                  <a:schemeClr val="accent2"/>
                </a:solidFill>
                <a:latin typeface="Calibri" panose="020F0502020204030204" pitchFamily="34" charset="0"/>
                <a:cs typeface="Calibri" panose="020F0502020204030204" pitchFamily="34" charset="0"/>
              </a:rPr>
              <a:t>minimum redundancy</a:t>
            </a:r>
            <a:r>
              <a:rPr lang="en-US" altLang="en-US" sz="2400">
                <a:latin typeface="Calibri" panose="020F0502020204030204" pitchFamily="34" charset="0"/>
                <a:cs typeface="Calibri" panose="020F0502020204030204" pitchFamily="34" charset="0"/>
              </a:rPr>
              <a:t>. </a:t>
            </a:r>
          </a:p>
          <a:p>
            <a:pPr algn="just">
              <a:spcBef>
                <a:spcPct val="0"/>
              </a:spcBef>
            </a:pPr>
            <a:r>
              <a:rPr lang="en-US" altLang="en-US" sz="2400">
                <a:latin typeface="Calibri" panose="020F0502020204030204" pitchFamily="34" charset="0"/>
                <a:cs typeface="Calibri" panose="020F0502020204030204" pitchFamily="34" charset="0"/>
              </a:rPr>
              <a:t>Information preservation refers to maintaining all the concepts related entity types, attribute types, and relationship types including generalization/specialization relationships.</a:t>
            </a:r>
          </a:p>
          <a:p>
            <a:pPr algn="just">
              <a:spcBef>
                <a:spcPct val="0"/>
              </a:spcBef>
            </a:pPr>
            <a:r>
              <a:rPr lang="en-US" altLang="en-US" sz="2400">
                <a:latin typeface="Calibri" panose="020F0502020204030204" pitchFamily="34" charset="0"/>
                <a:cs typeface="Calibri" panose="020F0502020204030204" pitchFamily="34" charset="0"/>
              </a:rPr>
              <a:t>Informal guidelines that may be used as measures to determine the quality of relation schema design are:</a:t>
            </a:r>
          </a:p>
          <a:p>
            <a:pPr algn="just">
              <a:spcBef>
                <a:spcPct val="0"/>
              </a:spcBef>
              <a:buFontTx/>
              <a:buAutoNum type="arabicPeriod"/>
            </a:pPr>
            <a:r>
              <a:rPr lang="en-US" altLang="en-US" sz="2400">
                <a:latin typeface="Calibri" panose="020F0502020204030204" pitchFamily="34" charset="0"/>
                <a:cs typeface="Calibri" panose="020F0502020204030204" pitchFamily="34" charset="0"/>
              </a:rPr>
              <a:t>The attributes in a relation must have clear semantics and bindings. Do not combine attributes from multiple entity types and relationship types into a single relation. It will reduce the redundant information and anomalies. </a:t>
            </a:r>
          </a:p>
          <a:p>
            <a:pPr algn="just">
              <a:spcBef>
                <a:spcPct val="0"/>
              </a:spcBef>
              <a:buFontTx/>
              <a:buAutoNum type="arabicPeriod"/>
            </a:pPr>
            <a:r>
              <a:rPr lang="en-US" altLang="en-US" sz="2400">
                <a:latin typeface="Calibri" panose="020F0502020204030204" pitchFamily="34" charset="0"/>
                <a:cs typeface="Calibri" panose="020F0502020204030204" pitchFamily="34" charset="0"/>
              </a:rPr>
              <a:t>Reducing the NULL values in tuples. Avoid placing attributes in a base relation whose values may frequently be NULL.</a:t>
            </a:r>
          </a:p>
          <a:p>
            <a:pPr algn="just">
              <a:spcBef>
                <a:spcPct val="0"/>
              </a:spcBef>
              <a:buFontTx/>
              <a:buAutoNum type="arabicPeriod"/>
            </a:pPr>
            <a:endParaRPr lang="en-US" altLang="en-US" sz="2400">
              <a:latin typeface="Calibri" panose="020F0502020204030204" pitchFamily="34" charset="0"/>
              <a:cs typeface="Calibri" panose="020F0502020204030204" pitchFamily="34" charset="0"/>
            </a:endParaRPr>
          </a:p>
        </p:txBody>
      </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a:extLst>
              <a:ext uri="{FF2B5EF4-FFF2-40B4-BE49-F238E27FC236}">
                <a16:creationId xmlns:a16="http://schemas.microsoft.com/office/drawing/2014/main" id="{63D501E8-561E-5BE2-AFC5-D6FCF17DB49B}"/>
              </a:ext>
            </a:extLst>
          </p:cNvPr>
          <p:cNvSpPr>
            <a:spLocks noGrp="1" noChangeArrowheads="1"/>
          </p:cNvSpPr>
          <p:nvPr>
            <p:ph type="title"/>
          </p:nvPr>
        </p:nvSpPr>
        <p:spPr>
          <a:xfrm>
            <a:off x="323850" y="620713"/>
            <a:ext cx="5148263" cy="504825"/>
          </a:xfrm>
          <a:noFill/>
          <a:extLst>
            <a:ext uri="{91240B29-F687-4F45-9708-019B960494DF}">
              <a14:hiddenLine xmlns:a14="http://schemas.microsoft.com/office/drawing/2010/main" w="9525" cap="flat" cmpd="sng" algn="ctr">
                <a:solidFill>
                  <a:srgbClr val="000000"/>
                </a:solidFill>
                <a:prstDash val="solid"/>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r>
              <a:rPr lang="en-US" altLang="en-US" sz="2400" b="1">
                <a:solidFill>
                  <a:srgbClr val="800000"/>
                </a:solidFill>
              </a:rPr>
              <a:t>Introduction</a:t>
            </a:r>
          </a:p>
        </p:txBody>
      </p:sp>
      <p:sp>
        <p:nvSpPr>
          <p:cNvPr id="3075" name="Rectangle 3">
            <a:extLst>
              <a:ext uri="{FF2B5EF4-FFF2-40B4-BE49-F238E27FC236}">
                <a16:creationId xmlns:a16="http://schemas.microsoft.com/office/drawing/2014/main" id="{FE4005C1-A88A-D484-5A2E-EE52EB7F2F1B}"/>
              </a:ext>
            </a:extLst>
          </p:cNvPr>
          <p:cNvSpPr>
            <a:spLocks noGrp="1" noChangeArrowheads="1"/>
          </p:cNvSpPr>
          <p:nvPr>
            <p:ph type="body" idx="1"/>
          </p:nvPr>
        </p:nvSpPr>
        <p:spPr>
          <a:xfrm>
            <a:off x="358775" y="1268413"/>
            <a:ext cx="8280400" cy="5165725"/>
          </a:xfrm>
        </p:spPr>
        <p:txBody>
          <a:bodyPr/>
          <a:lstStyle/>
          <a:p>
            <a:pPr marL="457200" indent="-457200" algn="just">
              <a:spcBef>
                <a:spcPct val="0"/>
              </a:spcBef>
              <a:buFontTx/>
              <a:buAutoNum type="arabicPeriod" startAt="3"/>
              <a:defRPr/>
            </a:pPr>
            <a:r>
              <a:rPr lang="en-US" altLang="en-US" sz="2400" dirty="0">
                <a:latin typeface="Calibri" panose="020F0502020204030204" pitchFamily="34" charset="0"/>
                <a:cs typeface="Calibri" panose="020F0502020204030204" pitchFamily="34" charset="0"/>
              </a:rPr>
              <a:t>Disallowing the possibility of generating </a:t>
            </a:r>
            <a:r>
              <a:rPr lang="en-US" altLang="en-US" sz="2400" dirty="0">
                <a:solidFill>
                  <a:schemeClr val="accent2"/>
                </a:solidFill>
                <a:latin typeface="Calibri" panose="020F0502020204030204" pitchFamily="34" charset="0"/>
                <a:cs typeface="Calibri" panose="020F0502020204030204" pitchFamily="34" charset="0"/>
              </a:rPr>
              <a:t>spurious tuples</a:t>
            </a:r>
            <a:r>
              <a:rPr lang="en-US" altLang="en-US" sz="2400" dirty="0">
                <a:latin typeface="Calibri" panose="020F0502020204030204" pitchFamily="34" charset="0"/>
                <a:cs typeface="Calibri" panose="020F0502020204030204" pitchFamily="34" charset="0"/>
              </a:rPr>
              <a:t> Design relation schemas so that they can be joined with equality conditions on attributes that are appropriately related (primary key, foreign key) pairs in a way that guarantees that no spurious tuples are generated.</a:t>
            </a:r>
          </a:p>
          <a:p>
            <a:pPr algn="just">
              <a:spcBef>
                <a:spcPct val="0"/>
              </a:spcBef>
              <a:defRPr/>
            </a:pPr>
            <a:r>
              <a:rPr lang="en-US" altLang="en-US" sz="2400" dirty="0">
                <a:solidFill>
                  <a:schemeClr val="accent2"/>
                </a:solidFill>
                <a:latin typeface="Calibri" panose="020F0502020204030204" pitchFamily="34" charset="0"/>
                <a:cs typeface="Calibri" panose="020F0502020204030204" pitchFamily="34" charset="0"/>
              </a:rPr>
              <a:t>Normalization can either be employed in bottom-up fashion OR top-down fashion.</a:t>
            </a:r>
          </a:p>
          <a:p>
            <a:pPr algn="just">
              <a:spcBef>
                <a:spcPct val="0"/>
              </a:spcBef>
              <a:defRPr/>
            </a:pPr>
            <a:r>
              <a:rPr lang="en-US" altLang="en-US" sz="2400" dirty="0">
                <a:solidFill>
                  <a:schemeClr val="accent2"/>
                </a:solidFill>
                <a:latin typeface="Calibri" panose="020F0502020204030204" pitchFamily="34" charset="0"/>
                <a:cs typeface="Calibri" panose="020F0502020204030204" pitchFamily="34" charset="0"/>
              </a:rPr>
              <a:t>In bottom-up fashion, </a:t>
            </a:r>
          </a:p>
          <a:p>
            <a:pPr marL="396875" indent="-396875" algn="just">
              <a:spcBef>
                <a:spcPct val="0"/>
              </a:spcBef>
              <a:buFontTx/>
              <a:buAutoNum type="arabicPeriod"/>
              <a:defRPr/>
            </a:pPr>
            <a:endParaRPr lang="en-US" altLang="en-US" sz="2400" dirty="0">
              <a:latin typeface="Calibri" panose="020F0502020204030204" pitchFamily="34" charset="0"/>
              <a:cs typeface="Calibri" panose="020F0502020204030204" pitchFamily="34" charset="0"/>
            </a:endParaRPr>
          </a:p>
        </p:txBody>
      </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a:extLst>
              <a:ext uri="{FF2B5EF4-FFF2-40B4-BE49-F238E27FC236}">
                <a16:creationId xmlns:a16="http://schemas.microsoft.com/office/drawing/2014/main" id="{32D3CAC6-2489-BD77-735F-8055272189B0}"/>
              </a:ext>
            </a:extLst>
          </p:cNvPr>
          <p:cNvSpPr>
            <a:spLocks noGrp="1" noChangeArrowheads="1"/>
          </p:cNvSpPr>
          <p:nvPr>
            <p:ph type="title"/>
          </p:nvPr>
        </p:nvSpPr>
        <p:spPr>
          <a:xfrm>
            <a:off x="323850" y="620713"/>
            <a:ext cx="5148263" cy="504825"/>
          </a:xfrm>
          <a:noFill/>
          <a:extLst>
            <a:ext uri="{91240B29-F687-4F45-9708-019B960494DF}">
              <a14:hiddenLine xmlns:a14="http://schemas.microsoft.com/office/drawing/2010/main" w="9525" cap="flat" cmpd="sng" algn="ctr">
                <a:solidFill>
                  <a:srgbClr val="000000"/>
                </a:solidFill>
                <a:prstDash val="solid"/>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r>
              <a:rPr lang="en-US" altLang="en-US" sz="2800" b="1">
                <a:solidFill>
                  <a:srgbClr val="800000"/>
                </a:solidFill>
              </a:rPr>
              <a:t>Functional Dependency (FD)</a:t>
            </a:r>
          </a:p>
        </p:txBody>
      </p:sp>
      <p:sp>
        <p:nvSpPr>
          <p:cNvPr id="119811" name="Rectangle 3">
            <a:extLst>
              <a:ext uri="{FF2B5EF4-FFF2-40B4-BE49-F238E27FC236}">
                <a16:creationId xmlns:a16="http://schemas.microsoft.com/office/drawing/2014/main" id="{C8A816F0-CC9A-4313-D5A4-DF0D595F9175}"/>
              </a:ext>
            </a:extLst>
          </p:cNvPr>
          <p:cNvSpPr>
            <a:spLocks noGrp="1" noChangeArrowheads="1"/>
          </p:cNvSpPr>
          <p:nvPr>
            <p:ph type="body" idx="1"/>
          </p:nvPr>
        </p:nvSpPr>
        <p:spPr>
          <a:xfrm>
            <a:off x="323850" y="1287463"/>
            <a:ext cx="8497888" cy="5165725"/>
          </a:xfrm>
        </p:spPr>
        <p:txBody>
          <a:bodyPr/>
          <a:lstStyle/>
          <a:p>
            <a:pPr marL="225425" indent="-225425" algn="just">
              <a:defRPr/>
            </a:pPr>
            <a:r>
              <a:rPr lang="en-US" sz="2400" dirty="0">
                <a:latin typeface="Calibri" pitchFamily="34" charset="0"/>
                <a:cs typeface="Calibri" pitchFamily="34" charset="0"/>
              </a:rPr>
              <a:t>Normalization is based on the analysis of </a:t>
            </a:r>
            <a:r>
              <a:rPr lang="en-US" sz="2400" dirty="0">
                <a:solidFill>
                  <a:schemeClr val="accent2"/>
                </a:solidFill>
                <a:latin typeface="Calibri" pitchFamily="34" charset="0"/>
                <a:cs typeface="Calibri" pitchFamily="34" charset="0"/>
              </a:rPr>
              <a:t>Functional Dependency </a:t>
            </a:r>
          </a:p>
          <a:p>
            <a:pPr marL="225425" indent="-225425" algn="just">
              <a:defRPr/>
            </a:pPr>
            <a:r>
              <a:rPr lang="en-US" sz="2400" dirty="0">
                <a:latin typeface="Calibri" pitchFamily="34" charset="0"/>
                <a:cs typeface="Calibri" pitchFamily="34" charset="0"/>
              </a:rPr>
              <a:t>A FD is a relationship between two attributes </a:t>
            </a:r>
            <a:r>
              <a:rPr lang="en-US" sz="2400" dirty="0">
                <a:solidFill>
                  <a:schemeClr val="accent2"/>
                </a:solidFill>
                <a:latin typeface="Calibri" pitchFamily="34" charset="0"/>
                <a:cs typeface="Calibri" pitchFamily="34" charset="0"/>
              </a:rPr>
              <a:t>A &amp; B</a:t>
            </a:r>
            <a:r>
              <a:rPr lang="en-US" sz="2400" dirty="0">
                <a:latin typeface="Calibri" pitchFamily="34" charset="0"/>
                <a:cs typeface="Calibri" pitchFamily="34" charset="0"/>
              </a:rPr>
              <a:t> of a relation </a:t>
            </a:r>
            <a:r>
              <a:rPr lang="en-US" sz="2400" dirty="0">
                <a:solidFill>
                  <a:schemeClr val="accent2"/>
                </a:solidFill>
                <a:latin typeface="Calibri" pitchFamily="34" charset="0"/>
                <a:cs typeface="Calibri" pitchFamily="34" charset="0"/>
              </a:rPr>
              <a:t>R</a:t>
            </a:r>
            <a:r>
              <a:rPr lang="en-US" sz="2400" dirty="0">
                <a:latin typeface="Calibri" pitchFamily="34" charset="0"/>
                <a:cs typeface="Calibri" pitchFamily="34" charset="0"/>
              </a:rPr>
              <a:t>, such that attribute </a:t>
            </a:r>
            <a:r>
              <a:rPr lang="en-US" sz="2400" dirty="0">
                <a:solidFill>
                  <a:schemeClr val="accent2"/>
                </a:solidFill>
                <a:latin typeface="Calibri" pitchFamily="34" charset="0"/>
                <a:cs typeface="Calibri" pitchFamily="34" charset="0"/>
              </a:rPr>
              <a:t>B</a:t>
            </a:r>
            <a:r>
              <a:rPr lang="en-US" sz="2400" dirty="0">
                <a:latin typeface="Calibri" pitchFamily="34" charset="0"/>
                <a:cs typeface="Calibri" pitchFamily="34" charset="0"/>
              </a:rPr>
              <a:t> is said to be </a:t>
            </a:r>
            <a:r>
              <a:rPr lang="en-US" sz="2400" dirty="0">
                <a:solidFill>
                  <a:schemeClr val="accent2"/>
                </a:solidFill>
                <a:latin typeface="Calibri" pitchFamily="34" charset="0"/>
                <a:cs typeface="Calibri" pitchFamily="34" charset="0"/>
              </a:rPr>
              <a:t>functionally dependent</a:t>
            </a:r>
            <a:r>
              <a:rPr lang="en-US" sz="2400" dirty="0">
                <a:latin typeface="Calibri" pitchFamily="34" charset="0"/>
                <a:cs typeface="Calibri" pitchFamily="34" charset="0"/>
              </a:rPr>
              <a:t> on attribute </a:t>
            </a:r>
            <a:r>
              <a:rPr lang="en-US" sz="2400" dirty="0">
                <a:solidFill>
                  <a:schemeClr val="accent2"/>
                </a:solidFill>
                <a:latin typeface="Calibri" pitchFamily="34" charset="0"/>
                <a:cs typeface="Calibri" pitchFamily="34" charset="0"/>
              </a:rPr>
              <a:t>A</a:t>
            </a:r>
            <a:r>
              <a:rPr lang="en-US" sz="2400" dirty="0">
                <a:latin typeface="Calibri" pitchFamily="34" charset="0"/>
                <a:cs typeface="Calibri" pitchFamily="34" charset="0"/>
              </a:rPr>
              <a:t>, if A uniquely determines the values of B</a:t>
            </a:r>
            <a:r>
              <a:rPr lang="en-US" sz="2400" dirty="0">
                <a:solidFill>
                  <a:schemeClr val="accent2"/>
                </a:solidFill>
                <a:latin typeface="Calibri" pitchFamily="34" charset="0"/>
                <a:cs typeface="Calibri" pitchFamily="34" charset="0"/>
              </a:rPr>
              <a:t>.(A-&gt;B)</a:t>
            </a:r>
          </a:p>
          <a:p>
            <a:pPr marL="225425" indent="-225425" algn="just">
              <a:defRPr/>
            </a:pPr>
            <a:r>
              <a:rPr lang="en-US" sz="2400" dirty="0">
                <a:latin typeface="Calibri" pitchFamily="34" charset="0"/>
                <a:cs typeface="Calibri" pitchFamily="34" charset="0"/>
              </a:rPr>
              <a:t>The attribute on the left-hand side of the arrow in a functional dependency is called </a:t>
            </a:r>
            <a:r>
              <a:rPr lang="en-US" sz="2400" dirty="0">
                <a:solidFill>
                  <a:schemeClr val="accent2"/>
                </a:solidFill>
                <a:latin typeface="Calibri" pitchFamily="34" charset="0"/>
                <a:cs typeface="Calibri" pitchFamily="34" charset="0"/>
              </a:rPr>
              <a:t>Determinant </a:t>
            </a:r>
            <a:r>
              <a:rPr lang="en-US" sz="2400" dirty="0">
                <a:latin typeface="Calibri" pitchFamily="34" charset="0"/>
                <a:cs typeface="Calibri" pitchFamily="34" charset="0"/>
              </a:rPr>
              <a:t>and on the right are called</a:t>
            </a:r>
            <a:r>
              <a:rPr lang="en-US" sz="2400" dirty="0">
                <a:solidFill>
                  <a:schemeClr val="accent2"/>
                </a:solidFill>
                <a:latin typeface="Calibri" pitchFamily="34" charset="0"/>
                <a:cs typeface="Calibri" pitchFamily="34" charset="0"/>
              </a:rPr>
              <a:t> Dependents. </a:t>
            </a:r>
          </a:p>
          <a:p>
            <a:pPr algn="just">
              <a:defRPr/>
            </a:pPr>
            <a:endParaRPr lang="en-US" sz="2400" dirty="0">
              <a:latin typeface="Calibri" pitchFamily="34" charset="0"/>
              <a:cs typeface="Calibri" pitchFamily="34" charset="0"/>
              <a:sym typeface="Wingdings" pitchFamily="2" charset="2"/>
            </a:endParaRPr>
          </a:p>
          <a:p>
            <a:pPr marL="225425" indent="-225425" algn="just">
              <a:defRPr/>
            </a:pPr>
            <a:endParaRPr lang="en-US" sz="2400" dirty="0">
              <a:latin typeface="Calibri" pitchFamily="34" charset="0"/>
              <a:cs typeface="Calibri" pitchFamily="34" charset="0"/>
            </a:endParaRPr>
          </a:p>
          <a:p>
            <a:pPr marL="609600" indent="-609600">
              <a:defRPr/>
            </a:pPr>
            <a:endParaRPr lang="en-US" sz="2400" dirty="0">
              <a:latin typeface="Calibri" pitchFamily="34" charset="0"/>
              <a:cs typeface="Calibri" pitchFamily="34" charset="0"/>
            </a:endParaRPr>
          </a:p>
          <a:p>
            <a:pPr marL="609600" indent="-609600">
              <a:defRPr/>
            </a:pPr>
            <a:endParaRPr lang="en-US" sz="2400" dirty="0">
              <a:solidFill>
                <a:schemeClr val="accent2"/>
              </a:solidFill>
              <a:latin typeface="Calibri" pitchFamily="34" charset="0"/>
              <a:cs typeface="Calibri" pitchFamily="34" charset="0"/>
            </a:endParaRPr>
          </a:p>
        </p:txBody>
      </p:sp>
      <p:grpSp>
        <p:nvGrpSpPr>
          <p:cNvPr id="13316" name="Group 4">
            <a:extLst>
              <a:ext uri="{FF2B5EF4-FFF2-40B4-BE49-F238E27FC236}">
                <a16:creationId xmlns:a16="http://schemas.microsoft.com/office/drawing/2014/main" id="{84271558-ABB2-7985-EBF0-44E1E84DDEED}"/>
              </a:ext>
            </a:extLst>
          </p:cNvPr>
          <p:cNvGrpSpPr>
            <a:grpSpLocks/>
          </p:cNvGrpSpPr>
          <p:nvPr/>
        </p:nvGrpSpPr>
        <p:grpSpPr bwMode="auto">
          <a:xfrm>
            <a:off x="2433638" y="4751388"/>
            <a:ext cx="6477000" cy="609600"/>
            <a:chOff x="384" y="1584"/>
            <a:chExt cx="4080" cy="384"/>
          </a:xfrm>
        </p:grpSpPr>
        <p:grpSp>
          <p:nvGrpSpPr>
            <p:cNvPr id="13321" name="Group 5">
              <a:extLst>
                <a:ext uri="{FF2B5EF4-FFF2-40B4-BE49-F238E27FC236}">
                  <a16:creationId xmlns:a16="http://schemas.microsoft.com/office/drawing/2014/main" id="{4692FE16-43D0-A244-F295-8ABE28E4726D}"/>
                </a:ext>
              </a:extLst>
            </p:cNvPr>
            <p:cNvGrpSpPr>
              <a:grpSpLocks/>
            </p:cNvGrpSpPr>
            <p:nvPr/>
          </p:nvGrpSpPr>
          <p:grpSpPr bwMode="auto">
            <a:xfrm>
              <a:off x="384" y="1584"/>
              <a:ext cx="3024" cy="384"/>
              <a:chOff x="144" y="3840"/>
              <a:chExt cx="3024" cy="384"/>
            </a:xfrm>
          </p:grpSpPr>
          <p:sp>
            <p:nvSpPr>
              <p:cNvPr id="13323" name="Rectangle 6">
                <a:extLst>
                  <a:ext uri="{FF2B5EF4-FFF2-40B4-BE49-F238E27FC236}">
                    <a16:creationId xmlns:a16="http://schemas.microsoft.com/office/drawing/2014/main" id="{A3BBFF81-EF29-8FFF-11F7-AC8BA7A2636D}"/>
                  </a:ext>
                </a:extLst>
              </p:cNvPr>
              <p:cNvSpPr>
                <a:spLocks noChangeArrowheads="1"/>
              </p:cNvSpPr>
              <p:nvPr/>
            </p:nvSpPr>
            <p:spPr bwMode="auto">
              <a:xfrm>
                <a:off x="144" y="3840"/>
                <a:ext cx="1008" cy="384"/>
              </a:xfrm>
              <a:prstGeom prst="rect">
                <a:avLst/>
              </a:prstGeom>
              <a:solidFill>
                <a:schemeClr val="bg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FontTx/>
                  <a:buNone/>
                </a:pPr>
                <a:r>
                  <a:rPr lang="en-US" altLang="en-US" sz="1600" u="sng"/>
                  <a:t>EMP_ID </a:t>
                </a:r>
              </a:p>
            </p:txBody>
          </p:sp>
          <p:sp>
            <p:nvSpPr>
              <p:cNvPr id="13324" name="Rectangle 7">
                <a:extLst>
                  <a:ext uri="{FF2B5EF4-FFF2-40B4-BE49-F238E27FC236}">
                    <a16:creationId xmlns:a16="http://schemas.microsoft.com/office/drawing/2014/main" id="{75C42A57-CCD5-5E66-01C6-5C82AF95FA71}"/>
                  </a:ext>
                </a:extLst>
              </p:cNvPr>
              <p:cNvSpPr>
                <a:spLocks noChangeArrowheads="1"/>
              </p:cNvSpPr>
              <p:nvPr/>
            </p:nvSpPr>
            <p:spPr bwMode="auto">
              <a:xfrm>
                <a:off x="1152" y="3840"/>
                <a:ext cx="1008" cy="384"/>
              </a:xfrm>
              <a:prstGeom prst="rect">
                <a:avLst/>
              </a:prstGeom>
              <a:solidFill>
                <a:schemeClr val="bg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FontTx/>
                  <a:buNone/>
                </a:pPr>
                <a:r>
                  <a:rPr lang="en-US" altLang="en-US" sz="1600"/>
                  <a:t>Name</a:t>
                </a:r>
              </a:p>
            </p:txBody>
          </p:sp>
          <p:sp>
            <p:nvSpPr>
              <p:cNvPr id="13325" name="Rectangle 8">
                <a:extLst>
                  <a:ext uri="{FF2B5EF4-FFF2-40B4-BE49-F238E27FC236}">
                    <a16:creationId xmlns:a16="http://schemas.microsoft.com/office/drawing/2014/main" id="{BA841199-9C00-3156-EEDD-A69F6DC014A7}"/>
                  </a:ext>
                </a:extLst>
              </p:cNvPr>
              <p:cNvSpPr>
                <a:spLocks noChangeArrowheads="1"/>
              </p:cNvSpPr>
              <p:nvPr/>
            </p:nvSpPr>
            <p:spPr bwMode="auto">
              <a:xfrm>
                <a:off x="2160" y="3840"/>
                <a:ext cx="1008" cy="384"/>
              </a:xfrm>
              <a:prstGeom prst="rect">
                <a:avLst/>
              </a:prstGeom>
              <a:solidFill>
                <a:schemeClr val="bg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FontTx/>
                  <a:buNone/>
                </a:pPr>
                <a:r>
                  <a:rPr lang="en-US" altLang="en-US" sz="1600"/>
                  <a:t>Dept_Name</a:t>
                </a:r>
              </a:p>
            </p:txBody>
          </p:sp>
        </p:grpSp>
        <p:sp>
          <p:nvSpPr>
            <p:cNvPr id="13322" name="Rectangle 9">
              <a:extLst>
                <a:ext uri="{FF2B5EF4-FFF2-40B4-BE49-F238E27FC236}">
                  <a16:creationId xmlns:a16="http://schemas.microsoft.com/office/drawing/2014/main" id="{952DCB93-04FE-34A4-DAFD-63F4FF1D7536}"/>
                </a:ext>
              </a:extLst>
            </p:cNvPr>
            <p:cNvSpPr>
              <a:spLocks noChangeArrowheads="1"/>
            </p:cNvSpPr>
            <p:nvPr/>
          </p:nvSpPr>
          <p:spPr bwMode="auto">
            <a:xfrm>
              <a:off x="3408" y="1584"/>
              <a:ext cx="1056" cy="384"/>
            </a:xfrm>
            <a:prstGeom prst="rect">
              <a:avLst/>
            </a:prstGeom>
            <a:solidFill>
              <a:schemeClr val="bg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FontTx/>
                <a:buNone/>
              </a:pPr>
              <a:r>
                <a:rPr lang="en-US" altLang="en-US" sz="1600"/>
                <a:t>Salary</a:t>
              </a:r>
            </a:p>
          </p:txBody>
        </p:sp>
      </p:grpSp>
      <p:sp>
        <p:nvSpPr>
          <p:cNvPr id="13317" name="Text Box 10">
            <a:extLst>
              <a:ext uri="{FF2B5EF4-FFF2-40B4-BE49-F238E27FC236}">
                <a16:creationId xmlns:a16="http://schemas.microsoft.com/office/drawing/2014/main" id="{5041DA21-72FC-D46C-A8AB-8D251B73BA74}"/>
              </a:ext>
            </a:extLst>
          </p:cNvPr>
          <p:cNvSpPr txBox="1">
            <a:spLocks noChangeArrowheads="1"/>
          </p:cNvSpPr>
          <p:nvPr/>
        </p:nvSpPr>
        <p:spPr bwMode="auto">
          <a:xfrm>
            <a:off x="539750" y="4937125"/>
            <a:ext cx="27432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FontTx/>
              <a:buNone/>
            </a:pPr>
            <a:r>
              <a:rPr lang="en-US" altLang="en-US" sz="1800" b="1"/>
              <a:t>EMPLOYEE1</a:t>
            </a:r>
          </a:p>
        </p:txBody>
      </p:sp>
      <p:cxnSp>
        <p:nvCxnSpPr>
          <p:cNvPr id="13318" name="AutoShape 23">
            <a:extLst>
              <a:ext uri="{FF2B5EF4-FFF2-40B4-BE49-F238E27FC236}">
                <a16:creationId xmlns:a16="http://schemas.microsoft.com/office/drawing/2014/main" id="{3E43483F-B62F-30F6-5E44-EA12E8A91F61}"/>
              </a:ext>
            </a:extLst>
          </p:cNvPr>
          <p:cNvCxnSpPr>
            <a:cxnSpLocks noChangeShapeType="1"/>
            <a:stCxn id="13323" idx="2"/>
            <a:endCxn id="13322" idx="2"/>
          </p:cNvCxnSpPr>
          <p:nvPr/>
        </p:nvCxnSpPr>
        <p:spPr bwMode="auto">
          <a:xfrm rot="16200000" flipH="1">
            <a:off x="5652294" y="2942432"/>
            <a:ext cx="1587" cy="4838700"/>
          </a:xfrm>
          <a:prstGeom prst="bentConnector3">
            <a:avLst>
              <a:gd name="adj1" fmla="val 14400000"/>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3319" name="Line 24">
            <a:extLst>
              <a:ext uri="{FF2B5EF4-FFF2-40B4-BE49-F238E27FC236}">
                <a16:creationId xmlns:a16="http://schemas.microsoft.com/office/drawing/2014/main" id="{A5295D6E-3684-5F84-7B1B-62F5EF67CD11}"/>
              </a:ext>
            </a:extLst>
          </p:cNvPr>
          <p:cNvSpPr>
            <a:spLocks noChangeShapeType="1"/>
          </p:cNvSpPr>
          <p:nvPr/>
        </p:nvSpPr>
        <p:spPr bwMode="auto">
          <a:xfrm flipV="1">
            <a:off x="4719638" y="5360988"/>
            <a:ext cx="0" cy="2286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3320" name="Line 25">
            <a:extLst>
              <a:ext uri="{FF2B5EF4-FFF2-40B4-BE49-F238E27FC236}">
                <a16:creationId xmlns:a16="http://schemas.microsoft.com/office/drawing/2014/main" id="{D4A4A89D-EB89-31F9-B7CA-D28B784AECF9}"/>
              </a:ext>
            </a:extLst>
          </p:cNvPr>
          <p:cNvSpPr>
            <a:spLocks noChangeShapeType="1"/>
          </p:cNvSpPr>
          <p:nvPr/>
        </p:nvSpPr>
        <p:spPr bwMode="auto">
          <a:xfrm flipV="1">
            <a:off x="6396038" y="5360988"/>
            <a:ext cx="0" cy="2286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a:extLst>
              <a:ext uri="{FF2B5EF4-FFF2-40B4-BE49-F238E27FC236}">
                <a16:creationId xmlns:a16="http://schemas.microsoft.com/office/drawing/2014/main" id="{D10EA668-FEC2-896B-4127-7317CBB8B54D}"/>
              </a:ext>
            </a:extLst>
          </p:cNvPr>
          <p:cNvSpPr>
            <a:spLocks noGrp="1" noChangeArrowheads="1"/>
          </p:cNvSpPr>
          <p:nvPr>
            <p:ph type="title"/>
          </p:nvPr>
        </p:nvSpPr>
        <p:spPr>
          <a:xfrm>
            <a:off x="323850" y="620713"/>
            <a:ext cx="5148263" cy="504825"/>
          </a:xfrm>
          <a:noFill/>
          <a:extLst>
            <a:ext uri="{91240B29-F687-4F45-9708-019B960494DF}">
              <a14:hiddenLine xmlns:a14="http://schemas.microsoft.com/office/drawing/2010/main" w="9525" cap="flat" cmpd="sng" algn="ctr">
                <a:solidFill>
                  <a:srgbClr val="000000"/>
                </a:solidFill>
                <a:prstDash val="solid"/>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r>
              <a:rPr lang="en-US" altLang="en-US" sz="2800" b="1">
                <a:solidFill>
                  <a:srgbClr val="800000"/>
                </a:solidFill>
              </a:rPr>
              <a:t>Functional Dependency (FD)</a:t>
            </a:r>
          </a:p>
        </p:txBody>
      </p:sp>
      <p:sp>
        <p:nvSpPr>
          <p:cNvPr id="119811" name="Rectangle 3">
            <a:extLst>
              <a:ext uri="{FF2B5EF4-FFF2-40B4-BE49-F238E27FC236}">
                <a16:creationId xmlns:a16="http://schemas.microsoft.com/office/drawing/2014/main" id="{4C80C28A-817D-EA90-B873-B2FF920F80CB}"/>
              </a:ext>
            </a:extLst>
          </p:cNvPr>
          <p:cNvSpPr>
            <a:spLocks noGrp="1" noChangeArrowheads="1"/>
          </p:cNvSpPr>
          <p:nvPr>
            <p:ph type="body" idx="1"/>
          </p:nvPr>
        </p:nvSpPr>
        <p:spPr>
          <a:xfrm>
            <a:off x="323850" y="1125538"/>
            <a:ext cx="8497888" cy="5165725"/>
          </a:xfrm>
        </p:spPr>
        <p:txBody>
          <a:bodyPr/>
          <a:lstStyle/>
          <a:p>
            <a:pPr marL="225425" indent="-225425" algn="just">
              <a:defRPr/>
            </a:pPr>
            <a:r>
              <a:rPr lang="en-US" sz="2400" dirty="0">
                <a:latin typeface="Calibri" pitchFamily="34" charset="0"/>
                <a:cs typeface="Calibri" pitchFamily="34" charset="0"/>
                <a:sym typeface="Wingdings" pitchFamily="2" charset="2"/>
              </a:rPr>
              <a:t>An attribute may be functionally dependent on more than one attributes.</a:t>
            </a:r>
          </a:p>
          <a:p>
            <a:pPr marL="225425" indent="-225425" algn="just">
              <a:defRPr/>
            </a:pPr>
            <a:endParaRPr lang="en-US" sz="2400" dirty="0">
              <a:latin typeface="Calibri" pitchFamily="34" charset="0"/>
              <a:cs typeface="Calibri" pitchFamily="34" charset="0"/>
              <a:sym typeface="Wingdings" pitchFamily="2" charset="2"/>
            </a:endParaRPr>
          </a:p>
          <a:p>
            <a:pPr marL="225425" indent="-225425" algn="just">
              <a:defRPr/>
            </a:pPr>
            <a:endParaRPr lang="en-US" sz="2400" dirty="0">
              <a:latin typeface="Calibri" pitchFamily="34" charset="0"/>
              <a:cs typeface="Calibri" pitchFamily="34" charset="0"/>
              <a:sym typeface="Wingdings" pitchFamily="2" charset="2"/>
            </a:endParaRPr>
          </a:p>
          <a:p>
            <a:pPr marL="225425" indent="-225425" algn="just">
              <a:defRPr/>
            </a:pPr>
            <a:endParaRPr lang="en-US" sz="2400" dirty="0">
              <a:latin typeface="Calibri" pitchFamily="34" charset="0"/>
              <a:cs typeface="Calibri" pitchFamily="34" charset="0"/>
              <a:sym typeface="Wingdings" pitchFamily="2" charset="2"/>
            </a:endParaRPr>
          </a:p>
          <a:p>
            <a:pPr algn="just">
              <a:defRPr/>
            </a:pPr>
            <a:r>
              <a:rPr lang="en-US" sz="2400" dirty="0">
                <a:latin typeface="Calibri" pitchFamily="34" charset="0"/>
                <a:cs typeface="Calibri" pitchFamily="34" charset="0"/>
              </a:rPr>
              <a:t>A functional dependency, denoted by </a:t>
            </a:r>
            <a:r>
              <a:rPr lang="en-US" sz="2400" dirty="0">
                <a:solidFill>
                  <a:srgbClr val="FF0000"/>
                </a:solidFill>
                <a:latin typeface="Calibri" pitchFamily="34" charset="0"/>
                <a:cs typeface="Calibri" pitchFamily="34" charset="0"/>
              </a:rPr>
              <a:t>X → Y</a:t>
            </a:r>
            <a:r>
              <a:rPr lang="en-US" sz="2400" dirty="0">
                <a:latin typeface="Calibri" pitchFamily="34" charset="0"/>
                <a:cs typeface="Calibri" pitchFamily="34" charset="0"/>
              </a:rPr>
              <a:t>, between two sets of attributes </a:t>
            </a:r>
            <a:r>
              <a:rPr lang="en-US" sz="2400" dirty="0">
                <a:solidFill>
                  <a:srgbClr val="FF0000"/>
                </a:solidFill>
                <a:latin typeface="Calibri" pitchFamily="34" charset="0"/>
                <a:cs typeface="Calibri" pitchFamily="34" charset="0"/>
              </a:rPr>
              <a:t>X</a:t>
            </a:r>
            <a:r>
              <a:rPr lang="en-US" sz="2400" dirty="0">
                <a:latin typeface="Calibri" pitchFamily="34" charset="0"/>
                <a:cs typeface="Calibri" pitchFamily="34" charset="0"/>
              </a:rPr>
              <a:t> and </a:t>
            </a:r>
            <a:r>
              <a:rPr lang="en-US" sz="2400" dirty="0">
                <a:solidFill>
                  <a:srgbClr val="FF0000"/>
                </a:solidFill>
                <a:latin typeface="Calibri" pitchFamily="34" charset="0"/>
                <a:cs typeface="Calibri" pitchFamily="34" charset="0"/>
              </a:rPr>
              <a:t>Y</a:t>
            </a:r>
            <a:r>
              <a:rPr lang="en-US" sz="2400" dirty="0">
                <a:latin typeface="Calibri" pitchFamily="34" charset="0"/>
                <a:cs typeface="Calibri" pitchFamily="34" charset="0"/>
              </a:rPr>
              <a:t> of a relation </a:t>
            </a:r>
            <a:r>
              <a:rPr lang="en-US" sz="2400" dirty="0">
                <a:solidFill>
                  <a:srgbClr val="FF0000"/>
                </a:solidFill>
                <a:latin typeface="Calibri" pitchFamily="34" charset="0"/>
                <a:cs typeface="Calibri" pitchFamily="34" charset="0"/>
              </a:rPr>
              <a:t>R</a:t>
            </a:r>
            <a:r>
              <a:rPr lang="en-US" sz="2400" dirty="0">
                <a:latin typeface="Calibri" pitchFamily="34" charset="0"/>
                <a:cs typeface="Calibri" pitchFamily="34" charset="0"/>
              </a:rPr>
              <a:t> specifies a constraint that, for any two tuples </a:t>
            </a:r>
            <a:r>
              <a:rPr lang="en-US" sz="2400" dirty="0">
                <a:solidFill>
                  <a:srgbClr val="FF0000"/>
                </a:solidFill>
                <a:latin typeface="Calibri" pitchFamily="34" charset="0"/>
                <a:cs typeface="Calibri" pitchFamily="34" charset="0"/>
              </a:rPr>
              <a:t>t1</a:t>
            </a:r>
            <a:r>
              <a:rPr lang="en-US" sz="2400" dirty="0">
                <a:latin typeface="Calibri" pitchFamily="34" charset="0"/>
                <a:cs typeface="Calibri" pitchFamily="34" charset="0"/>
              </a:rPr>
              <a:t> and </a:t>
            </a:r>
            <a:r>
              <a:rPr lang="en-US" sz="2400" dirty="0">
                <a:solidFill>
                  <a:srgbClr val="FF0000"/>
                </a:solidFill>
                <a:latin typeface="Calibri" pitchFamily="34" charset="0"/>
                <a:cs typeface="Calibri" pitchFamily="34" charset="0"/>
              </a:rPr>
              <a:t>t2</a:t>
            </a:r>
            <a:r>
              <a:rPr lang="en-US" sz="2400" dirty="0">
                <a:latin typeface="Calibri" pitchFamily="34" charset="0"/>
                <a:cs typeface="Calibri" pitchFamily="34" charset="0"/>
              </a:rPr>
              <a:t> in </a:t>
            </a:r>
            <a:r>
              <a:rPr lang="en-US" sz="2400" dirty="0">
                <a:solidFill>
                  <a:srgbClr val="FF0000"/>
                </a:solidFill>
                <a:latin typeface="Calibri" pitchFamily="34" charset="0"/>
                <a:cs typeface="Calibri" pitchFamily="34" charset="0"/>
              </a:rPr>
              <a:t>r</a:t>
            </a:r>
            <a:r>
              <a:rPr lang="en-US" sz="2400" dirty="0">
                <a:latin typeface="Calibri" pitchFamily="34" charset="0"/>
                <a:cs typeface="Calibri" pitchFamily="34" charset="0"/>
              </a:rPr>
              <a:t> that have </a:t>
            </a:r>
            <a:r>
              <a:rPr lang="en-US" sz="2400" dirty="0">
                <a:solidFill>
                  <a:srgbClr val="FF0000"/>
                </a:solidFill>
                <a:latin typeface="Calibri" pitchFamily="34" charset="0"/>
                <a:cs typeface="Calibri" pitchFamily="34" charset="0"/>
              </a:rPr>
              <a:t>t1[X] = t2[X]</a:t>
            </a:r>
            <a:r>
              <a:rPr lang="en-US" sz="2400" dirty="0">
                <a:latin typeface="Calibri" pitchFamily="34" charset="0"/>
                <a:cs typeface="Calibri" pitchFamily="34" charset="0"/>
              </a:rPr>
              <a:t>, they must also have </a:t>
            </a:r>
            <a:r>
              <a:rPr lang="en-US" sz="2400" dirty="0">
                <a:solidFill>
                  <a:srgbClr val="FF0000"/>
                </a:solidFill>
                <a:latin typeface="Calibri" pitchFamily="34" charset="0"/>
                <a:cs typeface="Calibri" pitchFamily="34" charset="0"/>
              </a:rPr>
              <a:t>t1[Y] = t2[Y]</a:t>
            </a:r>
            <a:r>
              <a:rPr lang="en-US" sz="2400" dirty="0">
                <a:latin typeface="Calibri" pitchFamily="34" charset="0"/>
                <a:cs typeface="Calibri" pitchFamily="34" charset="0"/>
              </a:rPr>
              <a:t>.</a:t>
            </a:r>
          </a:p>
          <a:p>
            <a:pPr>
              <a:defRPr/>
            </a:pPr>
            <a:r>
              <a:rPr lang="en-US" sz="2400" dirty="0">
                <a:latin typeface="Calibri" pitchFamily="34" charset="0"/>
                <a:cs typeface="Calibri" pitchFamily="34" charset="0"/>
              </a:rPr>
              <a:t>If a constraint on R states that there cannot be more than one tuple with a given X-value in any relation instance r(R)—that is, X is a candidate key of R - this implies that X → Y for any subset of attributes Y of R.</a:t>
            </a:r>
            <a:endParaRPr lang="en-US" sz="2400" dirty="0">
              <a:latin typeface="Calibri" pitchFamily="34" charset="0"/>
              <a:cs typeface="Calibri" pitchFamily="34" charset="0"/>
              <a:sym typeface="Wingdings" pitchFamily="2" charset="2"/>
            </a:endParaRPr>
          </a:p>
          <a:p>
            <a:pPr algn="just">
              <a:defRPr/>
            </a:pPr>
            <a:endParaRPr lang="en-US" sz="2400" dirty="0">
              <a:latin typeface="Calibri" pitchFamily="34" charset="0"/>
              <a:cs typeface="Calibri" pitchFamily="34" charset="0"/>
              <a:sym typeface="Wingdings" pitchFamily="2" charset="2"/>
            </a:endParaRPr>
          </a:p>
          <a:p>
            <a:pPr marL="225425" indent="-225425" algn="just">
              <a:defRPr/>
            </a:pPr>
            <a:endParaRPr lang="en-US" sz="2400" dirty="0">
              <a:latin typeface="Calibri" pitchFamily="34" charset="0"/>
              <a:cs typeface="Calibri" pitchFamily="34" charset="0"/>
            </a:endParaRPr>
          </a:p>
          <a:p>
            <a:pPr marL="609600" indent="-609600" algn="just">
              <a:defRPr/>
            </a:pPr>
            <a:endParaRPr lang="en-US" sz="2400" dirty="0">
              <a:latin typeface="Calibri" pitchFamily="34" charset="0"/>
              <a:cs typeface="Calibri" pitchFamily="34" charset="0"/>
            </a:endParaRPr>
          </a:p>
          <a:p>
            <a:pPr marL="609600" indent="-609600" algn="just">
              <a:defRPr/>
            </a:pPr>
            <a:endParaRPr lang="en-US" sz="2400" dirty="0">
              <a:solidFill>
                <a:schemeClr val="accent2"/>
              </a:solidFill>
              <a:latin typeface="Calibri" pitchFamily="34" charset="0"/>
              <a:cs typeface="Calibri" pitchFamily="34" charset="0"/>
            </a:endParaRPr>
          </a:p>
        </p:txBody>
      </p:sp>
      <p:grpSp>
        <p:nvGrpSpPr>
          <p:cNvPr id="14340" name="Group 2">
            <a:extLst>
              <a:ext uri="{FF2B5EF4-FFF2-40B4-BE49-F238E27FC236}">
                <a16:creationId xmlns:a16="http://schemas.microsoft.com/office/drawing/2014/main" id="{39C2B489-F0C3-C91F-5672-51572D7D6A2B}"/>
              </a:ext>
            </a:extLst>
          </p:cNvPr>
          <p:cNvGrpSpPr>
            <a:grpSpLocks/>
          </p:cNvGrpSpPr>
          <p:nvPr/>
        </p:nvGrpSpPr>
        <p:grpSpPr bwMode="auto">
          <a:xfrm>
            <a:off x="34925" y="2144713"/>
            <a:ext cx="9067800" cy="609600"/>
            <a:chOff x="48" y="2832"/>
            <a:chExt cx="5712" cy="384"/>
          </a:xfrm>
        </p:grpSpPr>
        <p:grpSp>
          <p:nvGrpSpPr>
            <p:cNvPr id="14346" name="Group 3">
              <a:extLst>
                <a:ext uri="{FF2B5EF4-FFF2-40B4-BE49-F238E27FC236}">
                  <a16:creationId xmlns:a16="http://schemas.microsoft.com/office/drawing/2014/main" id="{122CC2C7-4F50-9E24-670F-E45BF20A1781}"/>
                </a:ext>
              </a:extLst>
            </p:cNvPr>
            <p:cNvGrpSpPr>
              <a:grpSpLocks/>
            </p:cNvGrpSpPr>
            <p:nvPr/>
          </p:nvGrpSpPr>
          <p:grpSpPr bwMode="auto">
            <a:xfrm>
              <a:off x="48" y="2832"/>
              <a:ext cx="4080" cy="384"/>
              <a:chOff x="384" y="1584"/>
              <a:chExt cx="4080" cy="384"/>
            </a:xfrm>
          </p:grpSpPr>
          <p:grpSp>
            <p:nvGrpSpPr>
              <p:cNvPr id="14349" name="Group 14">
                <a:extLst>
                  <a:ext uri="{FF2B5EF4-FFF2-40B4-BE49-F238E27FC236}">
                    <a16:creationId xmlns:a16="http://schemas.microsoft.com/office/drawing/2014/main" id="{D3EB5916-9506-AC96-7D22-924652D58ACB}"/>
                  </a:ext>
                </a:extLst>
              </p:cNvPr>
              <p:cNvGrpSpPr>
                <a:grpSpLocks/>
              </p:cNvGrpSpPr>
              <p:nvPr/>
            </p:nvGrpSpPr>
            <p:grpSpPr bwMode="auto">
              <a:xfrm>
                <a:off x="384" y="1584"/>
                <a:ext cx="3024" cy="384"/>
                <a:chOff x="144" y="3840"/>
                <a:chExt cx="3024" cy="384"/>
              </a:xfrm>
            </p:grpSpPr>
            <p:sp>
              <p:nvSpPr>
                <p:cNvPr id="14351" name="Rectangle 15">
                  <a:extLst>
                    <a:ext uri="{FF2B5EF4-FFF2-40B4-BE49-F238E27FC236}">
                      <a16:creationId xmlns:a16="http://schemas.microsoft.com/office/drawing/2014/main" id="{E90B75E5-CC5E-0753-035E-A6AB2B572723}"/>
                    </a:ext>
                  </a:extLst>
                </p:cNvPr>
                <p:cNvSpPr>
                  <a:spLocks noChangeArrowheads="1"/>
                </p:cNvSpPr>
                <p:nvPr/>
              </p:nvSpPr>
              <p:spPr bwMode="auto">
                <a:xfrm>
                  <a:off x="144" y="3840"/>
                  <a:ext cx="1008" cy="384"/>
                </a:xfrm>
                <a:prstGeom prst="rect">
                  <a:avLst/>
                </a:prstGeom>
                <a:solidFill>
                  <a:schemeClr val="bg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FontTx/>
                    <a:buNone/>
                  </a:pPr>
                  <a:r>
                    <a:rPr lang="en-US" altLang="en-US" sz="1600" u="sng"/>
                    <a:t>EMP_ID </a:t>
                  </a:r>
                </a:p>
              </p:txBody>
            </p:sp>
            <p:sp>
              <p:nvSpPr>
                <p:cNvPr id="14352" name="Rectangle 16">
                  <a:extLst>
                    <a:ext uri="{FF2B5EF4-FFF2-40B4-BE49-F238E27FC236}">
                      <a16:creationId xmlns:a16="http://schemas.microsoft.com/office/drawing/2014/main" id="{ADB41D8A-7617-E1C5-0213-DA462E53D6FA}"/>
                    </a:ext>
                  </a:extLst>
                </p:cNvPr>
                <p:cNvSpPr>
                  <a:spLocks noChangeArrowheads="1"/>
                </p:cNvSpPr>
                <p:nvPr/>
              </p:nvSpPr>
              <p:spPr bwMode="auto">
                <a:xfrm>
                  <a:off x="1152" y="3840"/>
                  <a:ext cx="1008" cy="384"/>
                </a:xfrm>
                <a:prstGeom prst="rect">
                  <a:avLst/>
                </a:prstGeom>
                <a:solidFill>
                  <a:schemeClr val="bg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FontTx/>
                    <a:buNone/>
                  </a:pPr>
                  <a:r>
                    <a:rPr lang="en-US" altLang="en-US" sz="1600" u="sng"/>
                    <a:t>Course_Title</a:t>
                  </a:r>
                </a:p>
              </p:txBody>
            </p:sp>
            <p:sp>
              <p:nvSpPr>
                <p:cNvPr id="14353" name="Rectangle 17">
                  <a:extLst>
                    <a:ext uri="{FF2B5EF4-FFF2-40B4-BE49-F238E27FC236}">
                      <a16:creationId xmlns:a16="http://schemas.microsoft.com/office/drawing/2014/main" id="{632A62DC-676E-7DC2-1CB0-CED79D51D60C}"/>
                    </a:ext>
                  </a:extLst>
                </p:cNvPr>
                <p:cNvSpPr>
                  <a:spLocks noChangeArrowheads="1"/>
                </p:cNvSpPr>
                <p:nvPr/>
              </p:nvSpPr>
              <p:spPr bwMode="auto">
                <a:xfrm>
                  <a:off x="2160" y="3840"/>
                  <a:ext cx="1008" cy="384"/>
                </a:xfrm>
                <a:prstGeom prst="rect">
                  <a:avLst/>
                </a:prstGeom>
                <a:solidFill>
                  <a:schemeClr val="bg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FontTx/>
                    <a:buNone/>
                  </a:pPr>
                  <a:r>
                    <a:rPr lang="en-US" altLang="en-US" sz="1600"/>
                    <a:t>Name</a:t>
                  </a:r>
                </a:p>
              </p:txBody>
            </p:sp>
          </p:grpSp>
          <p:sp>
            <p:nvSpPr>
              <p:cNvPr id="14350" name="Rectangle 18">
                <a:extLst>
                  <a:ext uri="{FF2B5EF4-FFF2-40B4-BE49-F238E27FC236}">
                    <a16:creationId xmlns:a16="http://schemas.microsoft.com/office/drawing/2014/main" id="{26D2E1AB-8E5C-DB98-9FC4-4FC478BE06FD}"/>
                  </a:ext>
                </a:extLst>
              </p:cNvPr>
              <p:cNvSpPr>
                <a:spLocks noChangeArrowheads="1"/>
              </p:cNvSpPr>
              <p:nvPr/>
            </p:nvSpPr>
            <p:spPr bwMode="auto">
              <a:xfrm>
                <a:off x="3408" y="1584"/>
                <a:ext cx="1056" cy="384"/>
              </a:xfrm>
              <a:prstGeom prst="rect">
                <a:avLst/>
              </a:prstGeom>
              <a:solidFill>
                <a:schemeClr val="bg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FontTx/>
                  <a:buNone/>
                </a:pPr>
                <a:r>
                  <a:rPr lang="en-US" altLang="en-US" sz="1600"/>
                  <a:t>Dept_Name</a:t>
                </a:r>
              </a:p>
            </p:txBody>
          </p:sp>
        </p:grpSp>
        <p:sp>
          <p:nvSpPr>
            <p:cNvPr id="14347" name="Rectangle 19">
              <a:extLst>
                <a:ext uri="{FF2B5EF4-FFF2-40B4-BE49-F238E27FC236}">
                  <a16:creationId xmlns:a16="http://schemas.microsoft.com/office/drawing/2014/main" id="{BCC91713-AC8D-9B4F-30AA-46CD7154EA76}"/>
                </a:ext>
              </a:extLst>
            </p:cNvPr>
            <p:cNvSpPr>
              <a:spLocks noChangeArrowheads="1"/>
            </p:cNvSpPr>
            <p:nvPr/>
          </p:nvSpPr>
          <p:spPr bwMode="auto">
            <a:xfrm>
              <a:off x="4128" y="2832"/>
              <a:ext cx="624" cy="384"/>
            </a:xfrm>
            <a:prstGeom prst="rect">
              <a:avLst/>
            </a:prstGeom>
            <a:solidFill>
              <a:schemeClr val="bg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FontTx/>
                <a:buNone/>
              </a:pPr>
              <a:r>
                <a:rPr lang="en-US" altLang="en-US" sz="1600"/>
                <a:t>Salary</a:t>
              </a:r>
            </a:p>
          </p:txBody>
        </p:sp>
        <p:sp>
          <p:nvSpPr>
            <p:cNvPr id="14348" name="Rectangle 20">
              <a:extLst>
                <a:ext uri="{FF2B5EF4-FFF2-40B4-BE49-F238E27FC236}">
                  <a16:creationId xmlns:a16="http://schemas.microsoft.com/office/drawing/2014/main" id="{F73EFF1F-643D-D04E-566E-DFB26C6E49B8}"/>
                </a:ext>
              </a:extLst>
            </p:cNvPr>
            <p:cNvSpPr>
              <a:spLocks noChangeArrowheads="1"/>
            </p:cNvSpPr>
            <p:nvPr/>
          </p:nvSpPr>
          <p:spPr bwMode="auto">
            <a:xfrm>
              <a:off x="4704" y="2832"/>
              <a:ext cx="1056" cy="384"/>
            </a:xfrm>
            <a:prstGeom prst="rect">
              <a:avLst/>
            </a:prstGeom>
            <a:solidFill>
              <a:schemeClr val="bg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FontTx/>
                <a:buNone/>
              </a:pPr>
              <a:r>
                <a:rPr lang="en-US" altLang="en-US" sz="1600"/>
                <a:t>Date_Completed</a:t>
              </a:r>
            </a:p>
          </p:txBody>
        </p:sp>
      </p:grpSp>
      <p:cxnSp>
        <p:nvCxnSpPr>
          <p:cNvPr id="14341" name="AutoShape 21">
            <a:extLst>
              <a:ext uri="{FF2B5EF4-FFF2-40B4-BE49-F238E27FC236}">
                <a16:creationId xmlns:a16="http://schemas.microsoft.com/office/drawing/2014/main" id="{B53EFEE3-FE7C-2A7C-D38B-9285336C3496}"/>
              </a:ext>
            </a:extLst>
          </p:cNvPr>
          <p:cNvCxnSpPr>
            <a:cxnSpLocks noChangeShapeType="1"/>
            <a:stCxn id="14348" idx="2"/>
            <a:endCxn id="14351" idx="2"/>
          </p:cNvCxnSpPr>
          <p:nvPr/>
        </p:nvCxnSpPr>
        <p:spPr bwMode="auto">
          <a:xfrm rot="5400000">
            <a:off x="4548981" y="-959643"/>
            <a:ext cx="1587" cy="7429500"/>
          </a:xfrm>
          <a:prstGeom prst="bentConnector3">
            <a:avLst>
              <a:gd name="adj1" fmla="val 13240741"/>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342" name="AutoShape 22">
            <a:extLst>
              <a:ext uri="{FF2B5EF4-FFF2-40B4-BE49-F238E27FC236}">
                <a16:creationId xmlns:a16="http://schemas.microsoft.com/office/drawing/2014/main" id="{2D8E88DD-1524-F3E8-3BCD-6A3F6888A611}"/>
              </a:ext>
            </a:extLst>
          </p:cNvPr>
          <p:cNvCxnSpPr>
            <a:cxnSpLocks noChangeShapeType="1"/>
            <a:stCxn id="14348" idx="2"/>
            <a:endCxn id="14352" idx="2"/>
          </p:cNvCxnSpPr>
          <p:nvPr/>
        </p:nvCxnSpPr>
        <p:spPr bwMode="auto">
          <a:xfrm rot="5400000">
            <a:off x="5349081" y="-159543"/>
            <a:ext cx="1587" cy="5829300"/>
          </a:xfrm>
          <a:prstGeom prst="bentConnector3">
            <a:avLst>
              <a:gd name="adj1" fmla="val 13240741"/>
            </a:avLst>
          </a:prstGeom>
          <a:noFill/>
          <a:ln w="9525">
            <a:solidFill>
              <a:schemeClr val="tx1"/>
            </a:solidFill>
            <a:miter lim="800000"/>
            <a:headEnd type="arrow"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343" name="AutoShape 26">
            <a:extLst>
              <a:ext uri="{FF2B5EF4-FFF2-40B4-BE49-F238E27FC236}">
                <a16:creationId xmlns:a16="http://schemas.microsoft.com/office/drawing/2014/main" id="{A68E1D51-6C19-66F5-ABF1-A1B31CFCC735}"/>
              </a:ext>
            </a:extLst>
          </p:cNvPr>
          <p:cNvCxnSpPr>
            <a:cxnSpLocks noChangeShapeType="1"/>
            <a:stCxn id="14351" idx="0"/>
            <a:endCxn id="14347" idx="0"/>
          </p:cNvCxnSpPr>
          <p:nvPr/>
        </p:nvCxnSpPr>
        <p:spPr bwMode="auto">
          <a:xfrm rot="5400000" flipV="1">
            <a:off x="3920331" y="-940593"/>
            <a:ext cx="1587" cy="6172200"/>
          </a:xfrm>
          <a:prstGeom prst="bentConnector3">
            <a:avLst>
              <a:gd name="adj1" fmla="val -14400000"/>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4344" name="Line 27">
            <a:extLst>
              <a:ext uri="{FF2B5EF4-FFF2-40B4-BE49-F238E27FC236}">
                <a16:creationId xmlns:a16="http://schemas.microsoft.com/office/drawing/2014/main" id="{03A6F901-E40D-FEAB-506B-D3047F367BA6}"/>
              </a:ext>
            </a:extLst>
          </p:cNvPr>
          <p:cNvSpPr>
            <a:spLocks noChangeShapeType="1"/>
          </p:cNvSpPr>
          <p:nvPr/>
        </p:nvSpPr>
        <p:spPr bwMode="auto">
          <a:xfrm>
            <a:off x="4073525" y="1916113"/>
            <a:ext cx="0" cy="2286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4345" name="Line 28">
            <a:extLst>
              <a:ext uri="{FF2B5EF4-FFF2-40B4-BE49-F238E27FC236}">
                <a16:creationId xmlns:a16="http://schemas.microsoft.com/office/drawing/2014/main" id="{5FA7F2D4-B459-31D7-D872-38FD24F73DB2}"/>
              </a:ext>
            </a:extLst>
          </p:cNvPr>
          <p:cNvSpPr>
            <a:spLocks noChangeShapeType="1"/>
          </p:cNvSpPr>
          <p:nvPr/>
        </p:nvSpPr>
        <p:spPr bwMode="auto">
          <a:xfrm>
            <a:off x="5597525" y="1916113"/>
            <a:ext cx="0" cy="2286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a:extLst>
              <a:ext uri="{FF2B5EF4-FFF2-40B4-BE49-F238E27FC236}">
                <a16:creationId xmlns:a16="http://schemas.microsoft.com/office/drawing/2014/main" id="{179018F7-8789-EDD2-35F6-CD0B44F4B3E8}"/>
              </a:ext>
            </a:extLst>
          </p:cNvPr>
          <p:cNvSpPr>
            <a:spLocks noGrp="1" noChangeArrowheads="1"/>
          </p:cNvSpPr>
          <p:nvPr>
            <p:ph type="title"/>
          </p:nvPr>
        </p:nvSpPr>
        <p:spPr>
          <a:xfrm>
            <a:off x="323850" y="620713"/>
            <a:ext cx="5148263" cy="504825"/>
          </a:xfrm>
          <a:noFill/>
          <a:extLst>
            <a:ext uri="{91240B29-F687-4F45-9708-019B960494DF}">
              <a14:hiddenLine xmlns:a14="http://schemas.microsoft.com/office/drawing/2010/main" w="9525" cap="flat" cmpd="sng" algn="ctr">
                <a:solidFill>
                  <a:srgbClr val="000000"/>
                </a:solidFill>
                <a:prstDash val="solid"/>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r>
              <a:rPr lang="en-US" altLang="en-US" sz="2800" b="1">
                <a:solidFill>
                  <a:srgbClr val="800000"/>
                </a:solidFill>
              </a:rPr>
              <a:t>Normal Forms</a:t>
            </a:r>
          </a:p>
        </p:txBody>
      </p:sp>
      <p:sp>
        <p:nvSpPr>
          <p:cNvPr id="120835" name="Rectangle 3">
            <a:extLst>
              <a:ext uri="{FF2B5EF4-FFF2-40B4-BE49-F238E27FC236}">
                <a16:creationId xmlns:a16="http://schemas.microsoft.com/office/drawing/2014/main" id="{720E72ED-5743-DE63-BEFB-2834046B57D2}"/>
              </a:ext>
            </a:extLst>
          </p:cNvPr>
          <p:cNvSpPr>
            <a:spLocks noGrp="1" noChangeArrowheads="1"/>
          </p:cNvSpPr>
          <p:nvPr>
            <p:ph type="body" idx="1"/>
          </p:nvPr>
        </p:nvSpPr>
        <p:spPr>
          <a:xfrm>
            <a:off x="323850" y="1287463"/>
            <a:ext cx="8497888" cy="5165725"/>
          </a:xfrm>
        </p:spPr>
        <p:txBody>
          <a:bodyPr/>
          <a:lstStyle/>
          <a:p>
            <a:pPr marL="225425" indent="-225425" algn="just">
              <a:defRPr/>
            </a:pPr>
            <a:r>
              <a:rPr lang="en-US" sz="2400" dirty="0"/>
              <a:t>Normalization process is built around the concept of Normal Forms. A </a:t>
            </a:r>
            <a:r>
              <a:rPr lang="en-US" sz="2400" dirty="0">
                <a:solidFill>
                  <a:srgbClr val="FF0000"/>
                </a:solidFill>
              </a:rPr>
              <a:t>Normal Form</a:t>
            </a:r>
            <a:r>
              <a:rPr lang="en-US" sz="2400" dirty="0"/>
              <a:t> is a state of a relation that can be determined by applying simple rules regarding functional Dependencies. </a:t>
            </a:r>
          </a:p>
          <a:p>
            <a:pPr marL="225425" indent="-225425" algn="just">
              <a:defRPr/>
            </a:pPr>
            <a:r>
              <a:rPr lang="en-US" sz="2400" dirty="0"/>
              <a:t>The initial version of the normalization process proposed by </a:t>
            </a:r>
            <a:r>
              <a:rPr lang="en-US" sz="2400" dirty="0">
                <a:solidFill>
                  <a:srgbClr val="FF0000"/>
                </a:solidFill>
              </a:rPr>
              <a:t>E.F. Codd</a:t>
            </a:r>
            <a:r>
              <a:rPr lang="en-US" sz="2400" dirty="0"/>
              <a:t> consists of </a:t>
            </a:r>
            <a:r>
              <a:rPr lang="en-US" sz="2400" dirty="0">
                <a:solidFill>
                  <a:srgbClr val="FF0000"/>
                </a:solidFill>
              </a:rPr>
              <a:t>three</a:t>
            </a:r>
            <a:r>
              <a:rPr lang="en-US" sz="2400" dirty="0"/>
              <a:t> normal forms. </a:t>
            </a:r>
          </a:p>
          <a:p>
            <a:pPr marL="225425" indent="-225425" algn="just">
              <a:defRPr/>
            </a:pPr>
            <a:r>
              <a:rPr lang="en-US" sz="2400" dirty="0"/>
              <a:t>A stronger definition of 3NF – called </a:t>
            </a:r>
            <a:r>
              <a:rPr lang="en-US" sz="2400" dirty="0">
                <a:solidFill>
                  <a:srgbClr val="FF0000"/>
                </a:solidFill>
              </a:rPr>
              <a:t>Boyce-Codd normal form (BCNF)</a:t>
            </a:r>
            <a:r>
              <a:rPr lang="en-US" sz="2400" dirty="0"/>
              <a:t> was proposed later by Boyce and Codd.</a:t>
            </a:r>
          </a:p>
          <a:p>
            <a:pPr marL="225425" indent="-225425" algn="just">
              <a:defRPr/>
            </a:pPr>
            <a:r>
              <a:rPr lang="en-US" sz="2400" dirty="0"/>
              <a:t>All the above normal forms are bases upon the analysis of function dependencies.</a:t>
            </a:r>
          </a:p>
          <a:p>
            <a:pPr marL="225425" indent="-225425" algn="just">
              <a:defRPr/>
            </a:pPr>
            <a:r>
              <a:rPr lang="en-US" sz="2400" dirty="0"/>
              <a:t>Later </a:t>
            </a:r>
            <a:r>
              <a:rPr lang="en-US" sz="2400" dirty="0">
                <a:solidFill>
                  <a:srgbClr val="FF0000"/>
                </a:solidFill>
              </a:rPr>
              <a:t>4NF</a:t>
            </a:r>
            <a:r>
              <a:rPr lang="en-US" sz="2400" dirty="0"/>
              <a:t> and </a:t>
            </a:r>
            <a:r>
              <a:rPr lang="en-US" sz="2400" dirty="0">
                <a:solidFill>
                  <a:srgbClr val="FF0000"/>
                </a:solidFill>
              </a:rPr>
              <a:t>5NF</a:t>
            </a:r>
            <a:r>
              <a:rPr lang="en-US" sz="2400" dirty="0"/>
              <a:t> were proposed, based upon the concepts of </a:t>
            </a:r>
            <a:r>
              <a:rPr lang="en-US" sz="2400" dirty="0">
                <a:solidFill>
                  <a:srgbClr val="FF0000"/>
                </a:solidFill>
              </a:rPr>
              <a:t>multivalued dependencies</a:t>
            </a:r>
            <a:r>
              <a:rPr lang="en-US" sz="2400" dirty="0"/>
              <a:t> and </a:t>
            </a:r>
            <a:r>
              <a:rPr lang="en-US" sz="2400" dirty="0">
                <a:solidFill>
                  <a:srgbClr val="FF0000"/>
                </a:solidFill>
              </a:rPr>
              <a:t>join dependencies,</a:t>
            </a:r>
            <a:r>
              <a:rPr lang="en-US" sz="2400" dirty="0"/>
              <a:t> respectively.</a:t>
            </a:r>
          </a:p>
          <a:p>
            <a:pPr marL="609600" indent="-609600" algn="just">
              <a:defRPr/>
            </a:pPr>
            <a:endParaRPr lang="en-US" dirty="0">
              <a:solidFill>
                <a:schemeClr val="accent2"/>
              </a:solidFill>
            </a:endParaRPr>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6386" name="Rectangle 2">
            <a:extLst>
              <a:ext uri="{FF2B5EF4-FFF2-40B4-BE49-F238E27FC236}">
                <a16:creationId xmlns:a16="http://schemas.microsoft.com/office/drawing/2014/main" id="{CCDF96FE-04A7-D59A-9A8E-80BC2AD148D5}"/>
              </a:ext>
            </a:extLst>
          </p:cNvPr>
          <p:cNvSpPr>
            <a:spLocks noChangeArrowheads="1"/>
          </p:cNvSpPr>
          <p:nvPr/>
        </p:nvSpPr>
        <p:spPr bwMode="auto">
          <a:xfrm>
            <a:off x="1447800" y="76200"/>
            <a:ext cx="2286000" cy="685800"/>
          </a:xfrm>
          <a:prstGeom prst="rect">
            <a:avLst/>
          </a:prstGeom>
          <a:solidFill>
            <a:schemeClr val="bg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FontTx/>
              <a:buNone/>
            </a:pPr>
            <a:r>
              <a:rPr lang="en-US" altLang="en-US" sz="1600"/>
              <a:t>Table with </a:t>
            </a:r>
          </a:p>
          <a:p>
            <a:pPr algn="ctr">
              <a:spcBef>
                <a:spcPct val="0"/>
              </a:spcBef>
              <a:buFontTx/>
              <a:buNone/>
            </a:pPr>
            <a:r>
              <a:rPr lang="en-US" altLang="en-US" sz="1600"/>
              <a:t>Multivalued attribute</a:t>
            </a:r>
          </a:p>
        </p:txBody>
      </p:sp>
      <p:sp>
        <p:nvSpPr>
          <p:cNvPr id="16387" name="Oval 3">
            <a:extLst>
              <a:ext uri="{FF2B5EF4-FFF2-40B4-BE49-F238E27FC236}">
                <a16:creationId xmlns:a16="http://schemas.microsoft.com/office/drawing/2014/main" id="{0FA6CE49-7F09-FAC1-0A8B-7A182995013B}"/>
              </a:ext>
            </a:extLst>
          </p:cNvPr>
          <p:cNvSpPr>
            <a:spLocks noChangeArrowheads="1"/>
          </p:cNvSpPr>
          <p:nvPr/>
        </p:nvSpPr>
        <p:spPr bwMode="auto">
          <a:xfrm>
            <a:off x="4191000" y="609600"/>
            <a:ext cx="3124200" cy="609600"/>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FontTx/>
              <a:buNone/>
            </a:pPr>
            <a:r>
              <a:rPr lang="en-US" altLang="en-US" sz="1600"/>
              <a:t>Remove multivalued attributes</a:t>
            </a:r>
          </a:p>
        </p:txBody>
      </p:sp>
      <p:sp>
        <p:nvSpPr>
          <p:cNvPr id="16388" name="Oval 4">
            <a:extLst>
              <a:ext uri="{FF2B5EF4-FFF2-40B4-BE49-F238E27FC236}">
                <a16:creationId xmlns:a16="http://schemas.microsoft.com/office/drawing/2014/main" id="{5E413F5B-B187-9C4C-ABC4-EDF09CB4B979}"/>
              </a:ext>
            </a:extLst>
          </p:cNvPr>
          <p:cNvSpPr>
            <a:spLocks noChangeArrowheads="1"/>
          </p:cNvSpPr>
          <p:nvPr/>
        </p:nvSpPr>
        <p:spPr bwMode="auto">
          <a:xfrm>
            <a:off x="4267200" y="1600200"/>
            <a:ext cx="3124200" cy="609600"/>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FontTx/>
              <a:buNone/>
            </a:pPr>
            <a:r>
              <a:rPr lang="en-US" altLang="en-US" sz="1600"/>
              <a:t>Remove partial dependencies</a:t>
            </a:r>
          </a:p>
        </p:txBody>
      </p:sp>
      <p:sp>
        <p:nvSpPr>
          <p:cNvPr id="16389" name="Oval 5">
            <a:extLst>
              <a:ext uri="{FF2B5EF4-FFF2-40B4-BE49-F238E27FC236}">
                <a16:creationId xmlns:a16="http://schemas.microsoft.com/office/drawing/2014/main" id="{96DF56B5-7FD8-B2C3-7B1F-ED908FC812A8}"/>
              </a:ext>
            </a:extLst>
          </p:cNvPr>
          <p:cNvSpPr>
            <a:spLocks noChangeArrowheads="1"/>
          </p:cNvSpPr>
          <p:nvPr/>
        </p:nvSpPr>
        <p:spPr bwMode="auto">
          <a:xfrm>
            <a:off x="4191000" y="2590800"/>
            <a:ext cx="3124200" cy="609600"/>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FontTx/>
              <a:buNone/>
            </a:pPr>
            <a:r>
              <a:rPr lang="en-US" altLang="en-US" sz="1600"/>
              <a:t>Remove transitive dependencies</a:t>
            </a:r>
          </a:p>
        </p:txBody>
      </p:sp>
      <p:sp>
        <p:nvSpPr>
          <p:cNvPr id="16390" name="Oval 6">
            <a:extLst>
              <a:ext uri="{FF2B5EF4-FFF2-40B4-BE49-F238E27FC236}">
                <a16:creationId xmlns:a16="http://schemas.microsoft.com/office/drawing/2014/main" id="{639A0F84-04DE-53BA-D5F8-38E9D090F22A}"/>
              </a:ext>
            </a:extLst>
          </p:cNvPr>
          <p:cNvSpPr>
            <a:spLocks noChangeArrowheads="1"/>
          </p:cNvSpPr>
          <p:nvPr/>
        </p:nvSpPr>
        <p:spPr bwMode="auto">
          <a:xfrm>
            <a:off x="4267200" y="3581400"/>
            <a:ext cx="3124200" cy="609600"/>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FontTx/>
              <a:buNone/>
            </a:pPr>
            <a:r>
              <a:rPr lang="en-US" altLang="en-US" sz="1600"/>
              <a:t>Removing remaining anomalies</a:t>
            </a:r>
          </a:p>
        </p:txBody>
      </p:sp>
      <p:sp>
        <p:nvSpPr>
          <p:cNvPr id="16391" name="Oval 7">
            <a:extLst>
              <a:ext uri="{FF2B5EF4-FFF2-40B4-BE49-F238E27FC236}">
                <a16:creationId xmlns:a16="http://schemas.microsoft.com/office/drawing/2014/main" id="{48563E3D-5DFD-3F4E-F865-4B214B6CBE6D}"/>
              </a:ext>
            </a:extLst>
          </p:cNvPr>
          <p:cNvSpPr>
            <a:spLocks noChangeArrowheads="1"/>
          </p:cNvSpPr>
          <p:nvPr/>
        </p:nvSpPr>
        <p:spPr bwMode="auto">
          <a:xfrm>
            <a:off x="4267200" y="4572000"/>
            <a:ext cx="3124200" cy="609600"/>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FontTx/>
              <a:buNone/>
            </a:pPr>
            <a:r>
              <a:rPr lang="en-US" altLang="en-US" sz="1600"/>
              <a:t>Remove multivalued dependencies</a:t>
            </a:r>
          </a:p>
        </p:txBody>
      </p:sp>
      <p:sp>
        <p:nvSpPr>
          <p:cNvPr id="16392" name="Oval 8">
            <a:extLst>
              <a:ext uri="{FF2B5EF4-FFF2-40B4-BE49-F238E27FC236}">
                <a16:creationId xmlns:a16="http://schemas.microsoft.com/office/drawing/2014/main" id="{BC8798B2-EA71-31C9-355C-93495F955B6A}"/>
              </a:ext>
            </a:extLst>
          </p:cNvPr>
          <p:cNvSpPr>
            <a:spLocks noChangeArrowheads="1"/>
          </p:cNvSpPr>
          <p:nvPr/>
        </p:nvSpPr>
        <p:spPr bwMode="auto">
          <a:xfrm>
            <a:off x="4191000" y="5562600"/>
            <a:ext cx="3124200" cy="609600"/>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FontTx/>
              <a:buNone/>
            </a:pPr>
            <a:r>
              <a:rPr lang="en-US" altLang="en-US" sz="1600"/>
              <a:t>Remove remaining anomalies</a:t>
            </a:r>
          </a:p>
        </p:txBody>
      </p:sp>
      <p:sp>
        <p:nvSpPr>
          <p:cNvPr id="16393" name="Rectangle 9">
            <a:extLst>
              <a:ext uri="{FF2B5EF4-FFF2-40B4-BE49-F238E27FC236}">
                <a16:creationId xmlns:a16="http://schemas.microsoft.com/office/drawing/2014/main" id="{D5EF787F-F5D9-D696-47FC-F116A05F1FDA}"/>
              </a:ext>
            </a:extLst>
          </p:cNvPr>
          <p:cNvSpPr>
            <a:spLocks noChangeArrowheads="1"/>
          </p:cNvSpPr>
          <p:nvPr/>
        </p:nvSpPr>
        <p:spPr bwMode="auto">
          <a:xfrm>
            <a:off x="1447800" y="1066800"/>
            <a:ext cx="2286000" cy="685800"/>
          </a:xfrm>
          <a:prstGeom prst="rect">
            <a:avLst/>
          </a:prstGeom>
          <a:solidFill>
            <a:schemeClr val="bg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FontTx/>
              <a:buNone/>
            </a:pPr>
            <a:r>
              <a:rPr lang="en-US" altLang="en-US" sz="1600"/>
              <a:t>First Normal Form</a:t>
            </a:r>
          </a:p>
        </p:txBody>
      </p:sp>
      <p:sp>
        <p:nvSpPr>
          <p:cNvPr id="16394" name="Rectangle 10">
            <a:extLst>
              <a:ext uri="{FF2B5EF4-FFF2-40B4-BE49-F238E27FC236}">
                <a16:creationId xmlns:a16="http://schemas.microsoft.com/office/drawing/2014/main" id="{BB73F50B-D3FD-5EA3-306C-9763CA7911EA}"/>
              </a:ext>
            </a:extLst>
          </p:cNvPr>
          <p:cNvSpPr>
            <a:spLocks noChangeArrowheads="1"/>
          </p:cNvSpPr>
          <p:nvPr/>
        </p:nvSpPr>
        <p:spPr bwMode="auto">
          <a:xfrm>
            <a:off x="1447800" y="2057400"/>
            <a:ext cx="2286000" cy="685800"/>
          </a:xfrm>
          <a:prstGeom prst="rect">
            <a:avLst/>
          </a:prstGeom>
          <a:solidFill>
            <a:schemeClr val="bg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FontTx/>
              <a:buNone/>
            </a:pPr>
            <a:r>
              <a:rPr lang="en-US" altLang="en-US" sz="1600"/>
              <a:t>Second Normal Form</a:t>
            </a:r>
          </a:p>
        </p:txBody>
      </p:sp>
      <p:sp>
        <p:nvSpPr>
          <p:cNvPr id="16395" name="Rectangle 11">
            <a:extLst>
              <a:ext uri="{FF2B5EF4-FFF2-40B4-BE49-F238E27FC236}">
                <a16:creationId xmlns:a16="http://schemas.microsoft.com/office/drawing/2014/main" id="{9034CC90-B920-882C-7551-6A4ACB2C4BFB}"/>
              </a:ext>
            </a:extLst>
          </p:cNvPr>
          <p:cNvSpPr>
            <a:spLocks noChangeArrowheads="1"/>
          </p:cNvSpPr>
          <p:nvPr/>
        </p:nvSpPr>
        <p:spPr bwMode="auto">
          <a:xfrm>
            <a:off x="1447800" y="3048000"/>
            <a:ext cx="2286000" cy="685800"/>
          </a:xfrm>
          <a:prstGeom prst="rect">
            <a:avLst/>
          </a:prstGeom>
          <a:solidFill>
            <a:schemeClr val="bg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FontTx/>
              <a:buNone/>
            </a:pPr>
            <a:r>
              <a:rPr lang="en-US" altLang="en-US" sz="1600"/>
              <a:t>Third Normal Form</a:t>
            </a:r>
          </a:p>
        </p:txBody>
      </p:sp>
      <p:sp>
        <p:nvSpPr>
          <p:cNvPr id="16396" name="Rectangle 12">
            <a:extLst>
              <a:ext uri="{FF2B5EF4-FFF2-40B4-BE49-F238E27FC236}">
                <a16:creationId xmlns:a16="http://schemas.microsoft.com/office/drawing/2014/main" id="{E20BAED2-C219-2835-1EF9-7E7D0A2E0632}"/>
              </a:ext>
            </a:extLst>
          </p:cNvPr>
          <p:cNvSpPr>
            <a:spLocks noChangeArrowheads="1"/>
          </p:cNvSpPr>
          <p:nvPr/>
        </p:nvSpPr>
        <p:spPr bwMode="auto">
          <a:xfrm>
            <a:off x="1447800" y="4038600"/>
            <a:ext cx="2286000" cy="685800"/>
          </a:xfrm>
          <a:prstGeom prst="rect">
            <a:avLst/>
          </a:prstGeom>
          <a:solidFill>
            <a:schemeClr val="bg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FontTx/>
              <a:buNone/>
            </a:pPr>
            <a:r>
              <a:rPr lang="en-US" altLang="en-US" sz="1600"/>
              <a:t>Boyce-Codd </a:t>
            </a:r>
          </a:p>
          <a:p>
            <a:pPr algn="ctr">
              <a:spcBef>
                <a:spcPct val="0"/>
              </a:spcBef>
              <a:buFontTx/>
              <a:buNone/>
            </a:pPr>
            <a:r>
              <a:rPr lang="en-US" altLang="en-US" sz="1600"/>
              <a:t>Normal Form</a:t>
            </a:r>
          </a:p>
        </p:txBody>
      </p:sp>
      <p:sp>
        <p:nvSpPr>
          <p:cNvPr id="16397" name="Rectangle 13">
            <a:extLst>
              <a:ext uri="{FF2B5EF4-FFF2-40B4-BE49-F238E27FC236}">
                <a16:creationId xmlns:a16="http://schemas.microsoft.com/office/drawing/2014/main" id="{57EA685F-393B-6001-1BF0-5D5AA0AE595D}"/>
              </a:ext>
            </a:extLst>
          </p:cNvPr>
          <p:cNvSpPr>
            <a:spLocks noChangeArrowheads="1"/>
          </p:cNvSpPr>
          <p:nvPr/>
        </p:nvSpPr>
        <p:spPr bwMode="auto">
          <a:xfrm>
            <a:off x="1447800" y="5029200"/>
            <a:ext cx="2286000" cy="685800"/>
          </a:xfrm>
          <a:prstGeom prst="rect">
            <a:avLst/>
          </a:prstGeom>
          <a:solidFill>
            <a:schemeClr val="bg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FontTx/>
              <a:buNone/>
            </a:pPr>
            <a:r>
              <a:rPr lang="en-US" altLang="en-US" sz="1600"/>
              <a:t>Fourth Normal Form</a:t>
            </a:r>
          </a:p>
        </p:txBody>
      </p:sp>
      <p:sp>
        <p:nvSpPr>
          <p:cNvPr id="16398" name="Rectangle 14">
            <a:extLst>
              <a:ext uri="{FF2B5EF4-FFF2-40B4-BE49-F238E27FC236}">
                <a16:creationId xmlns:a16="http://schemas.microsoft.com/office/drawing/2014/main" id="{080A462B-55BA-B482-2058-B4FB13B27318}"/>
              </a:ext>
            </a:extLst>
          </p:cNvPr>
          <p:cNvSpPr>
            <a:spLocks noChangeArrowheads="1"/>
          </p:cNvSpPr>
          <p:nvPr/>
        </p:nvSpPr>
        <p:spPr bwMode="auto">
          <a:xfrm>
            <a:off x="1447800" y="6019800"/>
            <a:ext cx="2286000" cy="685800"/>
          </a:xfrm>
          <a:prstGeom prst="rect">
            <a:avLst/>
          </a:prstGeom>
          <a:solidFill>
            <a:schemeClr val="bg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FontTx/>
              <a:buNone/>
            </a:pPr>
            <a:r>
              <a:rPr lang="en-US" altLang="en-US" sz="1600"/>
              <a:t>Fifth Normal Form</a:t>
            </a:r>
          </a:p>
        </p:txBody>
      </p:sp>
      <p:cxnSp>
        <p:nvCxnSpPr>
          <p:cNvPr id="16399" name="AutoShape 15">
            <a:extLst>
              <a:ext uri="{FF2B5EF4-FFF2-40B4-BE49-F238E27FC236}">
                <a16:creationId xmlns:a16="http://schemas.microsoft.com/office/drawing/2014/main" id="{7DA308D6-500F-41E8-FEAD-EB665A4077EE}"/>
              </a:ext>
            </a:extLst>
          </p:cNvPr>
          <p:cNvCxnSpPr>
            <a:cxnSpLocks noChangeShapeType="1"/>
            <a:stCxn id="16386" idx="2"/>
            <a:endCxn id="16393" idx="0"/>
          </p:cNvCxnSpPr>
          <p:nvPr/>
        </p:nvCxnSpPr>
        <p:spPr bwMode="auto">
          <a:xfrm>
            <a:off x="2590800" y="762000"/>
            <a:ext cx="0" cy="304800"/>
          </a:xfrm>
          <a:prstGeom prst="straightConnector1">
            <a:avLst/>
          </a:prstGeom>
          <a:noFill/>
          <a:ln w="9525">
            <a:solidFill>
              <a:schemeClr val="tx1"/>
            </a:solidFill>
            <a:prstDash val="dash"/>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6400" name="AutoShape 16">
            <a:extLst>
              <a:ext uri="{FF2B5EF4-FFF2-40B4-BE49-F238E27FC236}">
                <a16:creationId xmlns:a16="http://schemas.microsoft.com/office/drawing/2014/main" id="{E5E2C07B-73FD-60C9-C787-3CD8F98FFC72}"/>
              </a:ext>
            </a:extLst>
          </p:cNvPr>
          <p:cNvCxnSpPr>
            <a:cxnSpLocks noChangeShapeType="1"/>
          </p:cNvCxnSpPr>
          <p:nvPr/>
        </p:nvCxnSpPr>
        <p:spPr bwMode="auto">
          <a:xfrm>
            <a:off x="2590800" y="1752600"/>
            <a:ext cx="0" cy="304800"/>
          </a:xfrm>
          <a:prstGeom prst="straightConnector1">
            <a:avLst/>
          </a:prstGeom>
          <a:noFill/>
          <a:ln w="9525">
            <a:solidFill>
              <a:schemeClr val="tx1"/>
            </a:solidFill>
            <a:prstDash val="dash"/>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6401" name="AutoShape 17">
            <a:extLst>
              <a:ext uri="{FF2B5EF4-FFF2-40B4-BE49-F238E27FC236}">
                <a16:creationId xmlns:a16="http://schemas.microsoft.com/office/drawing/2014/main" id="{C6C1B1A5-9F55-5E49-5B74-79ED946F1FD5}"/>
              </a:ext>
            </a:extLst>
          </p:cNvPr>
          <p:cNvCxnSpPr>
            <a:cxnSpLocks noChangeShapeType="1"/>
          </p:cNvCxnSpPr>
          <p:nvPr/>
        </p:nvCxnSpPr>
        <p:spPr bwMode="auto">
          <a:xfrm>
            <a:off x="2590800" y="2743200"/>
            <a:ext cx="0" cy="304800"/>
          </a:xfrm>
          <a:prstGeom prst="straightConnector1">
            <a:avLst/>
          </a:prstGeom>
          <a:noFill/>
          <a:ln w="9525">
            <a:solidFill>
              <a:schemeClr val="tx1"/>
            </a:solidFill>
            <a:prstDash val="dash"/>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6402" name="AutoShape 18">
            <a:extLst>
              <a:ext uri="{FF2B5EF4-FFF2-40B4-BE49-F238E27FC236}">
                <a16:creationId xmlns:a16="http://schemas.microsoft.com/office/drawing/2014/main" id="{8ABA6648-A59E-606A-49A9-DF0536772677}"/>
              </a:ext>
            </a:extLst>
          </p:cNvPr>
          <p:cNvCxnSpPr>
            <a:cxnSpLocks noChangeShapeType="1"/>
          </p:cNvCxnSpPr>
          <p:nvPr/>
        </p:nvCxnSpPr>
        <p:spPr bwMode="auto">
          <a:xfrm>
            <a:off x="2590800" y="3733800"/>
            <a:ext cx="0" cy="304800"/>
          </a:xfrm>
          <a:prstGeom prst="straightConnector1">
            <a:avLst/>
          </a:prstGeom>
          <a:noFill/>
          <a:ln w="9525">
            <a:solidFill>
              <a:schemeClr val="tx1"/>
            </a:solidFill>
            <a:prstDash val="dash"/>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6403" name="AutoShape 19">
            <a:extLst>
              <a:ext uri="{FF2B5EF4-FFF2-40B4-BE49-F238E27FC236}">
                <a16:creationId xmlns:a16="http://schemas.microsoft.com/office/drawing/2014/main" id="{33BF3D30-DAD9-E744-925A-38E98F30C69B}"/>
              </a:ext>
            </a:extLst>
          </p:cNvPr>
          <p:cNvCxnSpPr>
            <a:cxnSpLocks noChangeShapeType="1"/>
          </p:cNvCxnSpPr>
          <p:nvPr/>
        </p:nvCxnSpPr>
        <p:spPr bwMode="auto">
          <a:xfrm>
            <a:off x="2590800" y="4724400"/>
            <a:ext cx="0" cy="304800"/>
          </a:xfrm>
          <a:prstGeom prst="straightConnector1">
            <a:avLst/>
          </a:prstGeom>
          <a:noFill/>
          <a:ln w="9525">
            <a:solidFill>
              <a:schemeClr val="tx1"/>
            </a:solidFill>
            <a:prstDash val="dash"/>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6404" name="AutoShape 20">
            <a:extLst>
              <a:ext uri="{FF2B5EF4-FFF2-40B4-BE49-F238E27FC236}">
                <a16:creationId xmlns:a16="http://schemas.microsoft.com/office/drawing/2014/main" id="{125BB26B-A87E-9128-5513-1DA156B08477}"/>
              </a:ext>
            </a:extLst>
          </p:cNvPr>
          <p:cNvCxnSpPr>
            <a:cxnSpLocks noChangeShapeType="1"/>
          </p:cNvCxnSpPr>
          <p:nvPr/>
        </p:nvCxnSpPr>
        <p:spPr bwMode="auto">
          <a:xfrm>
            <a:off x="2590800" y="5715000"/>
            <a:ext cx="0" cy="304800"/>
          </a:xfrm>
          <a:prstGeom prst="straightConnector1">
            <a:avLst/>
          </a:prstGeom>
          <a:noFill/>
          <a:ln w="9525">
            <a:solidFill>
              <a:schemeClr val="tx1"/>
            </a:solidFill>
            <a:prstDash val="dash"/>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6405" name="AutoShape 21">
            <a:extLst>
              <a:ext uri="{FF2B5EF4-FFF2-40B4-BE49-F238E27FC236}">
                <a16:creationId xmlns:a16="http://schemas.microsoft.com/office/drawing/2014/main" id="{9675D72A-A09F-DA2C-7A9E-CD356BF99A64}"/>
              </a:ext>
            </a:extLst>
          </p:cNvPr>
          <p:cNvCxnSpPr>
            <a:cxnSpLocks noChangeShapeType="1"/>
            <a:endCxn id="16387" idx="2"/>
          </p:cNvCxnSpPr>
          <p:nvPr/>
        </p:nvCxnSpPr>
        <p:spPr bwMode="auto">
          <a:xfrm>
            <a:off x="2590800" y="914400"/>
            <a:ext cx="1600200" cy="0"/>
          </a:xfrm>
          <a:prstGeom prst="straightConnector1">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6406" name="AutoShape 22">
            <a:extLst>
              <a:ext uri="{FF2B5EF4-FFF2-40B4-BE49-F238E27FC236}">
                <a16:creationId xmlns:a16="http://schemas.microsoft.com/office/drawing/2014/main" id="{ECD021E9-2633-7B69-19E3-5A63DF8C2484}"/>
              </a:ext>
            </a:extLst>
          </p:cNvPr>
          <p:cNvCxnSpPr>
            <a:cxnSpLocks noChangeShapeType="1"/>
          </p:cNvCxnSpPr>
          <p:nvPr/>
        </p:nvCxnSpPr>
        <p:spPr bwMode="auto">
          <a:xfrm>
            <a:off x="2590800" y="1905000"/>
            <a:ext cx="1600200" cy="0"/>
          </a:xfrm>
          <a:prstGeom prst="straightConnector1">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6407" name="AutoShape 23">
            <a:extLst>
              <a:ext uri="{FF2B5EF4-FFF2-40B4-BE49-F238E27FC236}">
                <a16:creationId xmlns:a16="http://schemas.microsoft.com/office/drawing/2014/main" id="{CE7A8572-8B59-A37A-00D1-EAB8DFB60A50}"/>
              </a:ext>
            </a:extLst>
          </p:cNvPr>
          <p:cNvCxnSpPr>
            <a:cxnSpLocks noChangeShapeType="1"/>
          </p:cNvCxnSpPr>
          <p:nvPr/>
        </p:nvCxnSpPr>
        <p:spPr bwMode="auto">
          <a:xfrm>
            <a:off x="2590800" y="2895600"/>
            <a:ext cx="1600200" cy="0"/>
          </a:xfrm>
          <a:prstGeom prst="straightConnector1">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6408" name="AutoShape 24">
            <a:extLst>
              <a:ext uri="{FF2B5EF4-FFF2-40B4-BE49-F238E27FC236}">
                <a16:creationId xmlns:a16="http://schemas.microsoft.com/office/drawing/2014/main" id="{8B5D2283-7027-A947-C774-526F4025741A}"/>
              </a:ext>
            </a:extLst>
          </p:cNvPr>
          <p:cNvCxnSpPr>
            <a:cxnSpLocks noChangeShapeType="1"/>
          </p:cNvCxnSpPr>
          <p:nvPr/>
        </p:nvCxnSpPr>
        <p:spPr bwMode="auto">
          <a:xfrm>
            <a:off x="2590800" y="3886200"/>
            <a:ext cx="1600200" cy="0"/>
          </a:xfrm>
          <a:prstGeom prst="straightConnector1">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6409" name="AutoShape 25">
            <a:extLst>
              <a:ext uri="{FF2B5EF4-FFF2-40B4-BE49-F238E27FC236}">
                <a16:creationId xmlns:a16="http://schemas.microsoft.com/office/drawing/2014/main" id="{439DB678-5BFA-20B1-858A-2F2D9ED99AB3}"/>
              </a:ext>
            </a:extLst>
          </p:cNvPr>
          <p:cNvCxnSpPr>
            <a:cxnSpLocks noChangeShapeType="1"/>
          </p:cNvCxnSpPr>
          <p:nvPr/>
        </p:nvCxnSpPr>
        <p:spPr bwMode="auto">
          <a:xfrm>
            <a:off x="2590800" y="4876800"/>
            <a:ext cx="1600200" cy="0"/>
          </a:xfrm>
          <a:prstGeom prst="straightConnector1">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6410" name="AutoShape 26">
            <a:extLst>
              <a:ext uri="{FF2B5EF4-FFF2-40B4-BE49-F238E27FC236}">
                <a16:creationId xmlns:a16="http://schemas.microsoft.com/office/drawing/2014/main" id="{49680E06-2491-9CE7-E7CD-6D2A77158DD3}"/>
              </a:ext>
            </a:extLst>
          </p:cNvPr>
          <p:cNvCxnSpPr>
            <a:cxnSpLocks noChangeShapeType="1"/>
          </p:cNvCxnSpPr>
          <p:nvPr/>
        </p:nvCxnSpPr>
        <p:spPr bwMode="auto">
          <a:xfrm>
            <a:off x="2590800" y="5867400"/>
            <a:ext cx="1600200" cy="0"/>
          </a:xfrm>
          <a:prstGeom prst="straightConnector1">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a:extLst>
              <a:ext uri="{FF2B5EF4-FFF2-40B4-BE49-F238E27FC236}">
                <a16:creationId xmlns:a16="http://schemas.microsoft.com/office/drawing/2014/main" id="{080A5ADB-BD4A-4979-5969-EBED9D0AE566}"/>
              </a:ext>
            </a:extLst>
          </p:cNvPr>
          <p:cNvSpPr>
            <a:spLocks noGrp="1" noChangeArrowheads="1"/>
          </p:cNvSpPr>
          <p:nvPr>
            <p:ph type="title"/>
          </p:nvPr>
        </p:nvSpPr>
        <p:spPr>
          <a:xfrm>
            <a:off x="323850" y="620713"/>
            <a:ext cx="5148263" cy="504825"/>
          </a:xfrm>
          <a:noFill/>
        </p:spPr>
        <p:txBody>
          <a:bodyPr/>
          <a:lstStyle/>
          <a:p>
            <a:r>
              <a:rPr lang="en-US" altLang="en-US" sz="2400" b="1">
                <a:solidFill>
                  <a:srgbClr val="800000"/>
                </a:solidFill>
              </a:rPr>
              <a:t>First Normal Form (1NF)  </a:t>
            </a:r>
          </a:p>
        </p:txBody>
      </p:sp>
      <p:sp>
        <p:nvSpPr>
          <p:cNvPr id="93187" name="Rectangle 3">
            <a:extLst>
              <a:ext uri="{FF2B5EF4-FFF2-40B4-BE49-F238E27FC236}">
                <a16:creationId xmlns:a16="http://schemas.microsoft.com/office/drawing/2014/main" id="{BF46CBF2-49DB-854A-F6E0-5FA203509C94}"/>
              </a:ext>
            </a:extLst>
          </p:cNvPr>
          <p:cNvSpPr>
            <a:spLocks noGrp="1" noChangeArrowheads="1"/>
          </p:cNvSpPr>
          <p:nvPr>
            <p:ph type="body" idx="1"/>
          </p:nvPr>
        </p:nvSpPr>
        <p:spPr>
          <a:xfrm>
            <a:off x="360363" y="1215603"/>
            <a:ext cx="8388350" cy="5165725"/>
          </a:xfrm>
        </p:spPr>
        <p:txBody>
          <a:bodyPr/>
          <a:lstStyle/>
          <a:p>
            <a:pPr algn="just">
              <a:spcBef>
                <a:spcPts val="0"/>
              </a:spcBef>
              <a:defRPr/>
            </a:pPr>
            <a:r>
              <a:rPr lang="en-US" sz="2400" dirty="0">
                <a:latin typeface="Calibri" pitchFamily="34" charset="0"/>
              </a:rPr>
              <a:t>A relation is said to be in 1NF, if </a:t>
            </a:r>
          </a:p>
          <a:p>
            <a:pPr lvl="1" algn="just">
              <a:spcBef>
                <a:spcPts val="0"/>
              </a:spcBef>
              <a:defRPr/>
            </a:pPr>
            <a:r>
              <a:rPr lang="en-US" dirty="0">
                <a:latin typeface="Calibri" pitchFamily="34" charset="0"/>
              </a:rPr>
              <a:t>It doesn’t  contains a </a:t>
            </a:r>
            <a:r>
              <a:rPr lang="en-US" dirty="0">
                <a:solidFill>
                  <a:schemeClr val="accent6"/>
                </a:solidFill>
                <a:latin typeface="Calibri" pitchFamily="34" charset="0"/>
              </a:rPr>
              <a:t>Repeating Group (RG) </a:t>
            </a:r>
            <a:r>
              <a:rPr lang="en-US" dirty="0">
                <a:solidFill>
                  <a:srgbClr val="FF0000"/>
                </a:solidFill>
                <a:latin typeface="Calibri" pitchFamily="34" charset="0"/>
              </a:rPr>
              <a:t>OR</a:t>
            </a:r>
          </a:p>
          <a:p>
            <a:pPr lvl="1" algn="just">
              <a:spcBef>
                <a:spcPts val="0"/>
              </a:spcBef>
              <a:defRPr/>
            </a:pPr>
            <a:r>
              <a:rPr lang="en-US" dirty="0">
                <a:latin typeface="Calibri" pitchFamily="34" charset="0"/>
              </a:rPr>
              <a:t>Every attribute is </a:t>
            </a:r>
            <a:r>
              <a:rPr lang="en-US" dirty="0">
                <a:solidFill>
                  <a:schemeClr val="accent6"/>
                </a:solidFill>
                <a:latin typeface="Calibri" pitchFamily="34" charset="0"/>
              </a:rPr>
              <a:t>single-valued</a:t>
            </a:r>
            <a:r>
              <a:rPr lang="en-US" dirty="0">
                <a:latin typeface="Calibri" pitchFamily="34" charset="0"/>
              </a:rPr>
              <a:t> </a:t>
            </a:r>
            <a:r>
              <a:rPr lang="en-US" dirty="0">
                <a:solidFill>
                  <a:srgbClr val="FF0000"/>
                </a:solidFill>
                <a:latin typeface="Calibri" pitchFamily="34" charset="0"/>
              </a:rPr>
              <a:t>OR</a:t>
            </a:r>
            <a:r>
              <a:rPr lang="en-US" dirty="0">
                <a:latin typeface="Calibri" pitchFamily="34" charset="0"/>
              </a:rPr>
              <a:t> </a:t>
            </a:r>
          </a:p>
          <a:p>
            <a:pPr lvl="1" algn="just">
              <a:spcBef>
                <a:spcPts val="0"/>
              </a:spcBef>
              <a:defRPr/>
            </a:pPr>
            <a:r>
              <a:rPr lang="en-US" dirty="0">
                <a:latin typeface="Calibri" pitchFamily="34" charset="0"/>
              </a:rPr>
              <a:t>Domains of the attributes are </a:t>
            </a:r>
            <a:r>
              <a:rPr lang="en-US" dirty="0">
                <a:solidFill>
                  <a:schemeClr val="accent6"/>
                </a:solidFill>
                <a:latin typeface="Calibri" pitchFamily="34" charset="0"/>
              </a:rPr>
              <a:t>atomic.</a:t>
            </a:r>
            <a:r>
              <a:rPr lang="en-US" dirty="0">
                <a:latin typeface="Calibri" pitchFamily="34" charset="0"/>
              </a:rPr>
              <a:t> </a:t>
            </a:r>
          </a:p>
          <a:p>
            <a:pPr algn="just">
              <a:spcBef>
                <a:spcPts val="0"/>
              </a:spcBef>
              <a:defRPr/>
            </a:pPr>
            <a:r>
              <a:rPr lang="en-US" sz="2400" dirty="0">
                <a:latin typeface="Calibri" pitchFamily="34" charset="0"/>
              </a:rPr>
              <a:t>A </a:t>
            </a:r>
            <a:r>
              <a:rPr lang="en-US" sz="2400" dirty="0">
                <a:solidFill>
                  <a:srgbClr val="FF0000"/>
                </a:solidFill>
                <a:latin typeface="Calibri" pitchFamily="34" charset="0"/>
              </a:rPr>
              <a:t>Repeating Group (RG)</a:t>
            </a:r>
            <a:r>
              <a:rPr lang="en-US" sz="2400" dirty="0">
                <a:latin typeface="Calibri" pitchFamily="34" charset="0"/>
              </a:rPr>
              <a:t> is a collection of multi-valued attributes OR when there is more than one field storing the same kind of information in a single table, there is a RG. </a:t>
            </a:r>
          </a:p>
          <a:p>
            <a:pPr algn="just">
              <a:spcBef>
                <a:spcPts val="0"/>
              </a:spcBef>
              <a:defRPr/>
            </a:pPr>
            <a:r>
              <a:rPr lang="en-US" sz="2400" dirty="0">
                <a:latin typeface="Calibri" pitchFamily="34" charset="0"/>
              </a:rPr>
              <a:t>To eliminate a RG, the value at the intersection of a row and column must be atomic(having one value).</a:t>
            </a:r>
          </a:p>
          <a:p>
            <a:pPr algn="just">
              <a:spcBef>
                <a:spcPts val="0"/>
              </a:spcBef>
              <a:defRPr/>
            </a:pPr>
            <a:r>
              <a:rPr lang="en-US" sz="2400" dirty="0">
                <a:latin typeface="Calibri" pitchFamily="34" charset="0"/>
              </a:rPr>
              <a:t>If you developed a logical design by transforming ER diagram into relations, there should not be any multivalued attributes remaining.</a:t>
            </a:r>
          </a:p>
          <a:p>
            <a:pPr algn="just">
              <a:spcBef>
                <a:spcPts val="0"/>
              </a:spcBef>
              <a:defRPr/>
            </a:pPr>
            <a:r>
              <a:rPr lang="en-US" sz="2400" dirty="0">
                <a:latin typeface="Calibri" pitchFamily="34" charset="0"/>
              </a:rPr>
              <a:t>Multiple values create problems in performing operations like select or join. </a:t>
            </a:r>
          </a:p>
          <a:p>
            <a:pPr marL="609600" indent="-609600" algn="just">
              <a:spcBef>
                <a:spcPts val="0"/>
              </a:spcBef>
              <a:defRPr/>
            </a:pPr>
            <a:endParaRPr lang="en-US" sz="2400" dirty="0">
              <a:solidFill>
                <a:schemeClr val="accent2"/>
              </a:solidFill>
              <a:latin typeface="Calibri" pitchFamily="34" charset="0"/>
            </a:endParaRPr>
          </a:p>
        </p:txBody>
      </p:sp>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a:extLst>
              <a:ext uri="{FF2B5EF4-FFF2-40B4-BE49-F238E27FC236}">
                <a16:creationId xmlns:a16="http://schemas.microsoft.com/office/drawing/2014/main" id="{4FA0E315-0AA9-E47A-FEB8-B4DE900D0BCF}"/>
              </a:ext>
            </a:extLst>
          </p:cNvPr>
          <p:cNvSpPr>
            <a:spLocks noGrp="1" noChangeArrowheads="1"/>
          </p:cNvSpPr>
          <p:nvPr>
            <p:ph type="title"/>
          </p:nvPr>
        </p:nvSpPr>
        <p:spPr>
          <a:xfrm>
            <a:off x="323850" y="620713"/>
            <a:ext cx="5148263" cy="504825"/>
          </a:xfrm>
          <a:noFill/>
        </p:spPr>
        <p:txBody>
          <a:bodyPr/>
          <a:lstStyle/>
          <a:p>
            <a:r>
              <a:rPr lang="en-US" altLang="en-US" sz="2800" b="1">
                <a:solidFill>
                  <a:srgbClr val="800000"/>
                </a:solidFill>
              </a:rPr>
              <a:t>First Normal Form (1NF)  </a:t>
            </a:r>
          </a:p>
        </p:txBody>
      </p:sp>
      <p:sp>
        <p:nvSpPr>
          <p:cNvPr id="20483" name="Rectangle 3">
            <a:extLst>
              <a:ext uri="{FF2B5EF4-FFF2-40B4-BE49-F238E27FC236}">
                <a16:creationId xmlns:a16="http://schemas.microsoft.com/office/drawing/2014/main" id="{B0AD71E3-F920-1E27-BB99-96C1B7BDDAED}"/>
              </a:ext>
            </a:extLst>
          </p:cNvPr>
          <p:cNvSpPr>
            <a:spLocks noGrp="1" noChangeArrowheads="1"/>
          </p:cNvSpPr>
          <p:nvPr>
            <p:ph type="body" idx="1"/>
          </p:nvPr>
        </p:nvSpPr>
        <p:spPr>
          <a:xfrm>
            <a:off x="323850" y="1196975"/>
            <a:ext cx="8497888" cy="5327650"/>
          </a:xfrm>
        </p:spPr>
        <p:txBody>
          <a:bodyPr/>
          <a:lstStyle/>
          <a:p>
            <a:pPr algn="just">
              <a:spcBef>
                <a:spcPts val="200"/>
              </a:spcBef>
              <a:defRPr/>
            </a:pPr>
            <a:r>
              <a:rPr lang="en-US" sz="2400" dirty="0">
                <a:latin typeface="Calibri" pitchFamily="34" charset="0"/>
              </a:rPr>
              <a:t>A relation R(</a:t>
            </a:r>
            <a:r>
              <a:rPr lang="en-US" sz="2400" u="sng" dirty="0">
                <a:solidFill>
                  <a:srgbClr val="C00000"/>
                </a:solidFill>
                <a:latin typeface="Calibri" pitchFamily="34" charset="0"/>
              </a:rPr>
              <a:t>A</a:t>
            </a:r>
            <a:r>
              <a:rPr lang="en-US" sz="2400" dirty="0">
                <a:latin typeface="Calibri" pitchFamily="34" charset="0"/>
              </a:rPr>
              <a:t>,B,C,{X}) with A as a primary key, and D as a single multivalued attribute or a repeating group can be converted into 1NF using either of the following methods listed from the most recommended to the lease recommended: </a:t>
            </a:r>
          </a:p>
          <a:p>
            <a:pPr marL="800100" indent="-457200" algn="just">
              <a:spcBef>
                <a:spcPts val="200"/>
              </a:spcBef>
              <a:buClr>
                <a:schemeClr val="accent2"/>
              </a:buClr>
              <a:buFont typeface="+mj-lt"/>
              <a:buAutoNum type="alphaLcParenR"/>
              <a:defRPr/>
            </a:pPr>
            <a:r>
              <a:rPr lang="en-US" sz="2400" dirty="0">
                <a:latin typeface="Calibri" pitchFamily="34" charset="0"/>
              </a:rPr>
              <a:t>Split the relation into 2 relations by placing the repeating data along with a copy of the original key attribute(s) in a separate relation. The new relation will always have concatenated key. </a:t>
            </a:r>
            <a:r>
              <a:rPr lang="en-US" sz="2400" dirty="0">
                <a:solidFill>
                  <a:schemeClr val="accent2"/>
                </a:solidFill>
                <a:latin typeface="Calibri" pitchFamily="34" charset="0"/>
              </a:rPr>
              <a:t>	R1 (</a:t>
            </a:r>
            <a:r>
              <a:rPr lang="en-US" sz="2400" u="sng" dirty="0">
                <a:solidFill>
                  <a:srgbClr val="800000"/>
                </a:solidFill>
                <a:latin typeface="Calibri" pitchFamily="34" charset="0"/>
              </a:rPr>
              <a:t>A,</a:t>
            </a:r>
            <a:r>
              <a:rPr lang="en-US" sz="2400" dirty="0">
                <a:solidFill>
                  <a:schemeClr val="accent2"/>
                </a:solidFill>
                <a:latin typeface="Calibri" pitchFamily="34" charset="0"/>
              </a:rPr>
              <a:t> B, C)		R2(</a:t>
            </a:r>
            <a:r>
              <a:rPr lang="en-US" sz="2400" u="sng" dirty="0">
                <a:solidFill>
                  <a:srgbClr val="C00000"/>
                </a:solidFill>
                <a:latin typeface="Calibri" pitchFamily="34" charset="0"/>
              </a:rPr>
              <a:t>A </a:t>
            </a:r>
            <a:r>
              <a:rPr lang="en-US" sz="2400" dirty="0">
                <a:solidFill>
                  <a:srgbClr val="C00000"/>
                </a:solidFill>
                <a:latin typeface="Calibri" pitchFamily="34" charset="0"/>
              </a:rPr>
              <a:t>, </a:t>
            </a:r>
            <a:r>
              <a:rPr lang="en-US" sz="2400" u="sng" dirty="0">
                <a:solidFill>
                  <a:srgbClr val="C00000"/>
                </a:solidFill>
                <a:latin typeface="Calibri" pitchFamily="34" charset="0"/>
              </a:rPr>
              <a:t>X</a:t>
            </a:r>
            <a:r>
              <a:rPr lang="en-US" sz="2400" dirty="0">
                <a:solidFill>
                  <a:schemeClr val="accent2"/>
                </a:solidFill>
                <a:latin typeface="Calibri" pitchFamily="34" charset="0"/>
              </a:rPr>
              <a:t>) </a:t>
            </a:r>
          </a:p>
          <a:p>
            <a:pPr marL="800100" indent="-457200" algn="just">
              <a:spcBef>
                <a:spcPts val="200"/>
              </a:spcBef>
              <a:buClr>
                <a:schemeClr val="accent2"/>
              </a:buClr>
              <a:buFont typeface="+mj-lt"/>
              <a:buAutoNum type="alphaLcParenR"/>
              <a:defRPr/>
            </a:pPr>
            <a:r>
              <a:rPr lang="en-US" sz="2400" dirty="0">
                <a:latin typeface="Calibri" pitchFamily="34" charset="0"/>
              </a:rPr>
              <a:t>Change the PK of the relation and define a composite key. The blanks are filled by duplicating the non-repeating data. This approach is called </a:t>
            </a:r>
            <a:r>
              <a:rPr lang="en-US" sz="2400" dirty="0">
                <a:solidFill>
                  <a:schemeClr val="accent2"/>
                </a:solidFill>
                <a:latin typeface="Calibri" pitchFamily="34" charset="0"/>
              </a:rPr>
              <a:t>Flattening</a:t>
            </a:r>
            <a:r>
              <a:rPr lang="en-US" sz="2400" dirty="0">
                <a:latin typeface="Calibri" pitchFamily="34" charset="0"/>
              </a:rPr>
              <a:t> the table.	</a:t>
            </a:r>
            <a:r>
              <a:rPr lang="en-US" sz="2400" dirty="0">
                <a:solidFill>
                  <a:schemeClr val="accent2"/>
                </a:solidFill>
                <a:latin typeface="Calibri" pitchFamily="34" charset="0"/>
              </a:rPr>
              <a:t> R1 (</a:t>
            </a:r>
            <a:r>
              <a:rPr lang="en-US" sz="2400" u="sng" dirty="0">
                <a:solidFill>
                  <a:srgbClr val="800000"/>
                </a:solidFill>
                <a:latin typeface="Calibri" pitchFamily="34" charset="0"/>
              </a:rPr>
              <a:t>A,</a:t>
            </a:r>
            <a:r>
              <a:rPr lang="en-US" sz="2400" dirty="0">
                <a:solidFill>
                  <a:schemeClr val="accent2"/>
                </a:solidFill>
                <a:latin typeface="Calibri" pitchFamily="34" charset="0"/>
              </a:rPr>
              <a:t> B, C, </a:t>
            </a:r>
            <a:r>
              <a:rPr lang="en-US" sz="2400" u="sng" dirty="0">
                <a:solidFill>
                  <a:srgbClr val="800000"/>
                </a:solidFill>
                <a:latin typeface="Calibri" pitchFamily="34" charset="0"/>
              </a:rPr>
              <a:t>X</a:t>
            </a:r>
            <a:r>
              <a:rPr lang="en-US" sz="2400" dirty="0">
                <a:solidFill>
                  <a:schemeClr val="accent2"/>
                </a:solidFill>
                <a:latin typeface="Calibri" pitchFamily="34" charset="0"/>
              </a:rPr>
              <a:t>)</a:t>
            </a:r>
          </a:p>
          <a:p>
            <a:pPr marL="800100" indent="-457200" algn="just">
              <a:spcBef>
                <a:spcPts val="200"/>
              </a:spcBef>
              <a:buClr>
                <a:schemeClr val="accent2"/>
              </a:buClr>
              <a:buFont typeface="+mj-lt"/>
              <a:buAutoNum type="alphaLcParenR"/>
              <a:defRPr/>
            </a:pPr>
            <a:r>
              <a:rPr lang="en-US" sz="2400" dirty="0">
                <a:latin typeface="Calibri" pitchFamily="34" charset="0"/>
              </a:rPr>
              <a:t>If</a:t>
            </a:r>
            <a:r>
              <a:rPr lang="en-US" sz="2400" dirty="0">
                <a:solidFill>
                  <a:schemeClr val="accent2"/>
                </a:solidFill>
                <a:latin typeface="Calibri" pitchFamily="34" charset="0"/>
              </a:rPr>
              <a:t> </a:t>
            </a:r>
            <a:r>
              <a:rPr lang="en-US" sz="2400" dirty="0">
                <a:latin typeface="Calibri" pitchFamily="34" charset="0"/>
              </a:rPr>
              <a:t>number of repetitions of</a:t>
            </a:r>
            <a:r>
              <a:rPr lang="en-US" sz="2400" dirty="0">
                <a:solidFill>
                  <a:schemeClr val="accent2"/>
                </a:solidFill>
                <a:latin typeface="Calibri" pitchFamily="34" charset="0"/>
              </a:rPr>
              <a:t> </a:t>
            </a:r>
            <a:r>
              <a:rPr lang="en-US" sz="2400" dirty="0">
                <a:latin typeface="Calibri" pitchFamily="34" charset="0"/>
              </a:rPr>
              <a:t>multivalued attribute is limited or known, then, multiple attributes can be introduced in place of a multivalued attribute. </a:t>
            </a:r>
            <a:r>
              <a:rPr lang="en-US" sz="2400" dirty="0">
                <a:solidFill>
                  <a:schemeClr val="accent2"/>
                </a:solidFill>
                <a:latin typeface="Calibri" pitchFamily="34" charset="0"/>
              </a:rPr>
              <a:t>R1 (</a:t>
            </a:r>
            <a:r>
              <a:rPr lang="en-US" sz="2400" u="sng" dirty="0">
                <a:solidFill>
                  <a:srgbClr val="800000"/>
                </a:solidFill>
                <a:latin typeface="Calibri" pitchFamily="34" charset="0"/>
              </a:rPr>
              <a:t>A,</a:t>
            </a:r>
            <a:r>
              <a:rPr lang="en-US" sz="2400" dirty="0">
                <a:solidFill>
                  <a:schemeClr val="accent2"/>
                </a:solidFill>
                <a:latin typeface="Calibri" pitchFamily="34" charset="0"/>
              </a:rPr>
              <a:t> B, C, X1, X2, X3)</a:t>
            </a:r>
          </a:p>
        </p:txBody>
      </p:sp>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a:extLst>
              <a:ext uri="{FF2B5EF4-FFF2-40B4-BE49-F238E27FC236}">
                <a16:creationId xmlns:a16="http://schemas.microsoft.com/office/drawing/2014/main" id="{AE237DFC-68A3-AAF1-B9D5-2151E420CE7A}"/>
              </a:ext>
            </a:extLst>
          </p:cNvPr>
          <p:cNvSpPr>
            <a:spLocks noGrp="1" noChangeArrowheads="1"/>
          </p:cNvSpPr>
          <p:nvPr>
            <p:ph type="title"/>
          </p:nvPr>
        </p:nvSpPr>
        <p:spPr>
          <a:xfrm>
            <a:off x="323850" y="620713"/>
            <a:ext cx="5148263" cy="504825"/>
          </a:xfrm>
          <a:noFill/>
        </p:spPr>
        <p:txBody>
          <a:bodyPr/>
          <a:lstStyle/>
          <a:p>
            <a:r>
              <a:rPr lang="en-US" altLang="en-US" sz="2800" b="1">
                <a:solidFill>
                  <a:srgbClr val="800000"/>
                </a:solidFill>
              </a:rPr>
              <a:t>First Normal Form (1NF)  </a:t>
            </a:r>
          </a:p>
        </p:txBody>
      </p:sp>
      <p:sp>
        <p:nvSpPr>
          <p:cNvPr id="19459" name="Rectangle 3">
            <a:extLst>
              <a:ext uri="{FF2B5EF4-FFF2-40B4-BE49-F238E27FC236}">
                <a16:creationId xmlns:a16="http://schemas.microsoft.com/office/drawing/2014/main" id="{4659BFE2-683F-0935-4054-FA8041E56AF2}"/>
              </a:ext>
            </a:extLst>
          </p:cNvPr>
          <p:cNvSpPr>
            <a:spLocks noGrp="1" noChangeArrowheads="1"/>
          </p:cNvSpPr>
          <p:nvPr>
            <p:ph type="body" idx="1"/>
          </p:nvPr>
        </p:nvSpPr>
        <p:spPr>
          <a:xfrm>
            <a:off x="323850" y="1196975"/>
            <a:ext cx="8497888" cy="5165725"/>
          </a:xfrm>
        </p:spPr>
        <p:txBody>
          <a:bodyPr/>
          <a:lstStyle/>
          <a:p>
            <a:pPr>
              <a:lnSpc>
                <a:spcPct val="108000"/>
              </a:lnSpc>
              <a:spcBef>
                <a:spcPct val="0"/>
              </a:spcBef>
            </a:pPr>
            <a:r>
              <a:rPr lang="en-US" altLang="en-US" sz="2400">
                <a:latin typeface="Calibri" panose="020F0502020204030204" pitchFamily="34" charset="0"/>
              </a:rPr>
              <a:t>Consider the following relation:</a:t>
            </a:r>
          </a:p>
          <a:p>
            <a:pPr>
              <a:lnSpc>
                <a:spcPct val="108000"/>
              </a:lnSpc>
              <a:spcBef>
                <a:spcPct val="0"/>
              </a:spcBef>
              <a:buFontTx/>
              <a:buNone/>
            </a:pPr>
            <a:r>
              <a:rPr lang="en-US" altLang="en-US" sz="2400">
                <a:latin typeface="Calibri" panose="020F0502020204030204" pitchFamily="34" charset="0"/>
              </a:rPr>
              <a:t> 	</a:t>
            </a:r>
            <a:r>
              <a:rPr lang="en-US" altLang="en-US" sz="2400">
                <a:solidFill>
                  <a:schemeClr val="accent2"/>
                </a:solidFill>
                <a:latin typeface="Calibri" panose="020F0502020204030204" pitchFamily="34" charset="0"/>
              </a:rPr>
              <a:t>STUDENT (RegNo, Name, Program, C-Code, C-Title, C-Grade)</a:t>
            </a:r>
          </a:p>
          <a:p>
            <a:pPr algn="just">
              <a:lnSpc>
                <a:spcPct val="108000"/>
              </a:lnSpc>
              <a:spcBef>
                <a:spcPct val="0"/>
              </a:spcBef>
            </a:pPr>
            <a:r>
              <a:rPr lang="en-US" altLang="en-US" sz="2400">
                <a:latin typeface="Calibri" panose="020F0502020204030204" pitchFamily="34" charset="0"/>
              </a:rPr>
              <a:t>This relation has a repeating group  consisting of C-Code, C-Title, C-Grade and therefore it has the insert, delete and update anomalies.</a:t>
            </a:r>
          </a:p>
          <a:p>
            <a:pPr algn="just"/>
            <a:r>
              <a:rPr lang="en-US" altLang="en-US" sz="2400">
                <a:latin typeface="Calibri" panose="020F0502020204030204" pitchFamily="34" charset="0"/>
              </a:rPr>
              <a:t>The relation Student can be converted into 1NF using either of the following methods: </a:t>
            </a:r>
          </a:p>
          <a:p>
            <a:pPr algn="just">
              <a:buFontTx/>
              <a:buAutoNum type="alphaLcParenR"/>
            </a:pPr>
            <a:r>
              <a:rPr lang="en-US" altLang="en-US" sz="2400">
                <a:latin typeface="Calibri" panose="020F0502020204030204" pitchFamily="34" charset="0"/>
              </a:rPr>
              <a:t>Split the relation into 2 relations.</a:t>
            </a:r>
          </a:p>
          <a:p>
            <a:pPr algn="just">
              <a:buFontTx/>
              <a:buNone/>
            </a:pPr>
            <a:r>
              <a:rPr lang="en-US" altLang="en-US" sz="2400">
                <a:solidFill>
                  <a:schemeClr val="accent2"/>
                </a:solidFill>
                <a:latin typeface="Calibri" panose="020F0502020204030204" pitchFamily="34" charset="0"/>
              </a:rPr>
              <a:t>	 STUDENT (</a:t>
            </a:r>
            <a:r>
              <a:rPr lang="en-US" altLang="en-US" sz="2400" u="sng">
                <a:solidFill>
                  <a:srgbClr val="800000"/>
                </a:solidFill>
                <a:latin typeface="Calibri" panose="020F0502020204030204" pitchFamily="34" charset="0"/>
              </a:rPr>
              <a:t>RegNo,</a:t>
            </a:r>
            <a:r>
              <a:rPr lang="en-US" altLang="en-US" sz="2400">
                <a:solidFill>
                  <a:schemeClr val="accent2"/>
                </a:solidFill>
                <a:latin typeface="Calibri" panose="020F0502020204030204" pitchFamily="34" charset="0"/>
              </a:rPr>
              <a:t> Name, Program) </a:t>
            </a:r>
          </a:p>
          <a:p>
            <a:pPr algn="just">
              <a:buFontTx/>
              <a:buNone/>
            </a:pPr>
            <a:r>
              <a:rPr lang="en-US" altLang="en-US" sz="2400">
                <a:solidFill>
                  <a:schemeClr val="accent2"/>
                </a:solidFill>
                <a:latin typeface="Calibri" panose="020F0502020204030204" pitchFamily="34" charset="0"/>
              </a:rPr>
              <a:t>	COURSE (</a:t>
            </a:r>
            <a:r>
              <a:rPr lang="en-US" altLang="en-US" sz="2400" u="sng">
                <a:solidFill>
                  <a:srgbClr val="800000"/>
                </a:solidFill>
                <a:latin typeface="Calibri" panose="020F0502020204030204" pitchFamily="34" charset="0"/>
              </a:rPr>
              <a:t>RegNo, C-Code,</a:t>
            </a:r>
            <a:r>
              <a:rPr lang="en-US" altLang="en-US" sz="2400">
                <a:solidFill>
                  <a:schemeClr val="accent2"/>
                </a:solidFill>
                <a:latin typeface="Calibri" panose="020F0502020204030204" pitchFamily="34" charset="0"/>
              </a:rPr>
              <a:t> C-Title, C_Grade)</a:t>
            </a:r>
          </a:p>
          <a:p>
            <a:pPr algn="just">
              <a:buFontTx/>
              <a:buNone/>
            </a:pPr>
            <a:r>
              <a:rPr lang="en-US" altLang="en-US" sz="2400">
                <a:latin typeface="Calibri" panose="020F0502020204030204" pitchFamily="34" charset="0"/>
              </a:rPr>
              <a:t>b) Flattening the relation.</a:t>
            </a:r>
            <a:r>
              <a:rPr lang="en-US" altLang="en-US">
                <a:latin typeface="Calibri" panose="020F0502020204030204" pitchFamily="34" charset="0"/>
              </a:rPr>
              <a:t> </a:t>
            </a:r>
          </a:p>
          <a:p>
            <a:pPr algn="just">
              <a:buFontTx/>
              <a:buNone/>
            </a:pPr>
            <a:r>
              <a:rPr lang="en-US" altLang="en-US" sz="2400">
                <a:solidFill>
                  <a:schemeClr val="accent2"/>
                </a:solidFill>
                <a:latin typeface="Calibri" panose="020F0502020204030204" pitchFamily="34" charset="0"/>
              </a:rPr>
              <a:t>	 STUDENT (</a:t>
            </a:r>
            <a:r>
              <a:rPr lang="en-US" altLang="en-US" sz="2400" u="sng">
                <a:solidFill>
                  <a:srgbClr val="800000"/>
                </a:solidFill>
                <a:latin typeface="Calibri" panose="020F0502020204030204" pitchFamily="34" charset="0"/>
              </a:rPr>
              <a:t>RegNo</a:t>
            </a:r>
            <a:r>
              <a:rPr lang="en-US" altLang="en-US" sz="2400">
                <a:solidFill>
                  <a:schemeClr val="accent2"/>
                </a:solidFill>
                <a:latin typeface="Calibri" panose="020F0502020204030204" pitchFamily="34" charset="0"/>
              </a:rPr>
              <a:t>, Name, Program, </a:t>
            </a:r>
            <a:r>
              <a:rPr lang="en-US" altLang="en-US" sz="2400" u="sng">
                <a:solidFill>
                  <a:srgbClr val="800000"/>
                </a:solidFill>
                <a:latin typeface="Calibri" panose="020F0502020204030204" pitchFamily="34" charset="0"/>
              </a:rPr>
              <a:t>C-Code</a:t>
            </a:r>
            <a:r>
              <a:rPr lang="en-US" altLang="en-US" sz="2400">
                <a:solidFill>
                  <a:schemeClr val="accent2"/>
                </a:solidFill>
                <a:latin typeface="Calibri" panose="020F0502020204030204" pitchFamily="34" charset="0"/>
              </a:rPr>
              <a:t>, C-Title, C-Grade)</a:t>
            </a:r>
          </a:p>
        </p:txBody>
      </p:sp>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a:extLst>
              <a:ext uri="{FF2B5EF4-FFF2-40B4-BE49-F238E27FC236}">
                <a16:creationId xmlns:a16="http://schemas.microsoft.com/office/drawing/2014/main" id="{F8BFFCFB-53CF-D6DE-7C44-A2FA8632E525}"/>
              </a:ext>
            </a:extLst>
          </p:cNvPr>
          <p:cNvSpPr>
            <a:spLocks noGrp="1" noChangeArrowheads="1"/>
          </p:cNvSpPr>
          <p:nvPr>
            <p:ph type="title"/>
          </p:nvPr>
        </p:nvSpPr>
        <p:spPr>
          <a:xfrm>
            <a:off x="323850" y="620713"/>
            <a:ext cx="5148263" cy="504825"/>
          </a:xfrm>
          <a:noFill/>
        </p:spPr>
        <p:txBody>
          <a:bodyPr/>
          <a:lstStyle/>
          <a:p>
            <a:r>
              <a:rPr lang="en-US" altLang="en-US" sz="2800" b="1">
                <a:solidFill>
                  <a:srgbClr val="800000"/>
                </a:solidFill>
              </a:rPr>
              <a:t>First Normal Form (1NF)  </a:t>
            </a:r>
          </a:p>
        </p:txBody>
      </p:sp>
      <p:sp>
        <p:nvSpPr>
          <p:cNvPr id="20483" name="Rectangle 3">
            <a:extLst>
              <a:ext uri="{FF2B5EF4-FFF2-40B4-BE49-F238E27FC236}">
                <a16:creationId xmlns:a16="http://schemas.microsoft.com/office/drawing/2014/main" id="{F4C29573-69B7-0B6E-0C7E-99198B9F39FA}"/>
              </a:ext>
            </a:extLst>
          </p:cNvPr>
          <p:cNvSpPr>
            <a:spLocks noGrp="1" noChangeArrowheads="1"/>
          </p:cNvSpPr>
          <p:nvPr>
            <p:ph type="body" idx="1"/>
          </p:nvPr>
        </p:nvSpPr>
        <p:spPr>
          <a:xfrm>
            <a:off x="323850" y="1196975"/>
            <a:ext cx="8497888" cy="5165725"/>
          </a:xfrm>
        </p:spPr>
        <p:txBody>
          <a:bodyPr/>
          <a:lstStyle/>
          <a:p>
            <a:pPr algn="just"/>
            <a:r>
              <a:rPr lang="en-US" altLang="en-US" sz="2400" dirty="0">
                <a:latin typeface="Calibri" panose="020F0502020204030204" pitchFamily="34" charset="0"/>
              </a:rPr>
              <a:t>First normal form also disallows multivalued attributes that are themselves composite. These are called </a:t>
            </a:r>
            <a:r>
              <a:rPr lang="en-US" altLang="en-US" sz="2400" dirty="0">
                <a:solidFill>
                  <a:schemeClr val="accent2"/>
                </a:solidFill>
                <a:latin typeface="Calibri" panose="020F0502020204030204" pitchFamily="34" charset="0"/>
              </a:rPr>
              <a:t>nested relations</a:t>
            </a:r>
            <a:r>
              <a:rPr lang="en-US" altLang="en-US" sz="2400" dirty="0">
                <a:latin typeface="Calibri" panose="020F0502020204030204" pitchFamily="34" charset="0"/>
              </a:rPr>
              <a:t>.</a:t>
            </a:r>
          </a:p>
          <a:p>
            <a:pPr algn="just"/>
            <a:r>
              <a:rPr lang="en-US" altLang="en-US" sz="2400" dirty="0">
                <a:latin typeface="Calibri" panose="020F0502020204030204" pitchFamily="34" charset="0"/>
              </a:rPr>
              <a:t>Consider the following relation:</a:t>
            </a:r>
          </a:p>
          <a:p>
            <a:pPr algn="just">
              <a:buFontTx/>
              <a:buNone/>
            </a:pPr>
            <a:r>
              <a:rPr lang="en-US" altLang="en-US" sz="2400" dirty="0">
                <a:solidFill>
                  <a:schemeClr val="accent2"/>
                </a:solidFill>
                <a:latin typeface="Calibri" panose="020F0502020204030204" pitchFamily="34" charset="0"/>
              </a:rPr>
              <a:t>	EMP_PROJS (</a:t>
            </a:r>
            <a:r>
              <a:rPr lang="en-US" altLang="en-US" sz="2400" u="sng" dirty="0" err="1">
                <a:solidFill>
                  <a:srgbClr val="800000"/>
                </a:solidFill>
                <a:latin typeface="Calibri" panose="020F0502020204030204" pitchFamily="34" charset="0"/>
              </a:rPr>
              <a:t>EmpNo</a:t>
            </a:r>
            <a:r>
              <a:rPr lang="en-US" altLang="en-US" sz="2400" u="sng" dirty="0">
                <a:solidFill>
                  <a:srgbClr val="800000"/>
                </a:solidFill>
                <a:latin typeface="Calibri" panose="020F0502020204030204" pitchFamily="34" charset="0"/>
              </a:rPr>
              <a:t>,</a:t>
            </a:r>
            <a:r>
              <a:rPr lang="en-US" altLang="en-US" sz="2400" dirty="0">
                <a:solidFill>
                  <a:schemeClr val="accent2"/>
                </a:solidFill>
                <a:latin typeface="Calibri" panose="020F0502020204030204" pitchFamily="34" charset="0"/>
              </a:rPr>
              <a:t> </a:t>
            </a:r>
            <a:r>
              <a:rPr lang="en-US" altLang="en-US" sz="2400" dirty="0" err="1">
                <a:solidFill>
                  <a:schemeClr val="accent2"/>
                </a:solidFill>
                <a:latin typeface="Calibri" panose="020F0502020204030204" pitchFamily="34" charset="0"/>
              </a:rPr>
              <a:t>EName</a:t>
            </a:r>
            <a:r>
              <a:rPr lang="en-US" altLang="en-US" sz="2400" dirty="0">
                <a:solidFill>
                  <a:schemeClr val="accent2"/>
                </a:solidFill>
                <a:latin typeface="Calibri" panose="020F0502020204030204" pitchFamily="34" charset="0"/>
              </a:rPr>
              <a:t>, {PROJS(</a:t>
            </a:r>
            <a:r>
              <a:rPr lang="en-US" altLang="en-US" sz="2400" dirty="0" err="1">
                <a:solidFill>
                  <a:schemeClr val="accent2"/>
                </a:solidFill>
                <a:latin typeface="Calibri" panose="020F0502020204030204" pitchFamily="34" charset="0"/>
              </a:rPr>
              <a:t>Pnumber,Hours</a:t>
            </a:r>
            <a:r>
              <a:rPr lang="en-US" altLang="en-US" sz="2400" dirty="0">
                <a:solidFill>
                  <a:schemeClr val="accent2"/>
                </a:solidFill>
                <a:latin typeface="Calibri" panose="020F0502020204030204" pitchFamily="34" charset="0"/>
              </a:rPr>
              <a:t>)}) </a:t>
            </a:r>
          </a:p>
          <a:p>
            <a:pPr algn="just"/>
            <a:r>
              <a:rPr lang="en-US" altLang="en-US" sz="2400" dirty="0">
                <a:latin typeface="Calibri" panose="020F0502020204030204" pitchFamily="34" charset="0"/>
              </a:rPr>
              <a:t>Two ways for converting the relation into 1NF:</a:t>
            </a:r>
          </a:p>
          <a:p>
            <a:pPr algn="just">
              <a:buFontTx/>
              <a:buNone/>
            </a:pPr>
            <a:r>
              <a:rPr lang="en-US" altLang="en-US" sz="2400" dirty="0">
                <a:solidFill>
                  <a:schemeClr val="accent2"/>
                </a:solidFill>
                <a:latin typeface="Calibri" panose="020F0502020204030204" pitchFamily="34" charset="0"/>
              </a:rPr>
              <a:t>	</a:t>
            </a:r>
            <a:r>
              <a:rPr lang="en-US" altLang="en-US" sz="2400" dirty="0">
                <a:latin typeface="Calibri" panose="020F0502020204030204" pitchFamily="34" charset="0"/>
              </a:rPr>
              <a:t>a) Splitting the relation into two:</a:t>
            </a:r>
            <a:r>
              <a:rPr lang="en-US" altLang="en-US" sz="2400" dirty="0">
                <a:solidFill>
                  <a:schemeClr val="accent2"/>
                </a:solidFill>
                <a:latin typeface="Calibri" panose="020F0502020204030204" pitchFamily="34" charset="0"/>
              </a:rPr>
              <a:t> </a:t>
            </a:r>
          </a:p>
          <a:p>
            <a:pPr algn="just">
              <a:buFontTx/>
              <a:buNone/>
            </a:pPr>
            <a:r>
              <a:rPr lang="en-US" altLang="en-US" sz="2400" dirty="0">
                <a:solidFill>
                  <a:schemeClr val="accent2"/>
                </a:solidFill>
                <a:latin typeface="Calibri" panose="020F0502020204030204" pitchFamily="34" charset="0"/>
              </a:rPr>
              <a:t>	EMP_PROJS1 (</a:t>
            </a:r>
            <a:r>
              <a:rPr lang="en-US" altLang="en-US" sz="2400" u="sng" dirty="0" err="1">
                <a:solidFill>
                  <a:srgbClr val="800000"/>
                </a:solidFill>
                <a:latin typeface="Calibri" panose="020F0502020204030204" pitchFamily="34" charset="0"/>
              </a:rPr>
              <a:t>EmpNo</a:t>
            </a:r>
            <a:r>
              <a:rPr lang="en-US" altLang="en-US" sz="2400" u="sng" dirty="0">
                <a:solidFill>
                  <a:srgbClr val="800000"/>
                </a:solidFill>
                <a:latin typeface="Calibri" panose="020F0502020204030204" pitchFamily="34" charset="0"/>
              </a:rPr>
              <a:t>,</a:t>
            </a:r>
            <a:r>
              <a:rPr lang="en-US" altLang="en-US" sz="2400" dirty="0">
                <a:solidFill>
                  <a:schemeClr val="accent2"/>
                </a:solidFill>
                <a:latin typeface="Calibri" panose="020F0502020204030204" pitchFamily="34" charset="0"/>
              </a:rPr>
              <a:t> </a:t>
            </a:r>
            <a:r>
              <a:rPr lang="en-US" altLang="en-US" sz="2400" dirty="0" err="1">
                <a:solidFill>
                  <a:schemeClr val="accent2"/>
                </a:solidFill>
                <a:latin typeface="Calibri" panose="020F0502020204030204" pitchFamily="34" charset="0"/>
              </a:rPr>
              <a:t>EName</a:t>
            </a:r>
            <a:r>
              <a:rPr lang="en-US" altLang="en-US" sz="2400" dirty="0">
                <a:solidFill>
                  <a:schemeClr val="accent2"/>
                </a:solidFill>
                <a:latin typeface="Calibri" panose="020F0502020204030204" pitchFamily="34" charset="0"/>
              </a:rPr>
              <a:t>) </a:t>
            </a:r>
          </a:p>
          <a:p>
            <a:pPr algn="just">
              <a:buFontTx/>
              <a:buNone/>
            </a:pPr>
            <a:r>
              <a:rPr lang="en-US" altLang="en-US" sz="2400" dirty="0">
                <a:solidFill>
                  <a:schemeClr val="accent2"/>
                </a:solidFill>
                <a:latin typeface="Calibri" panose="020F0502020204030204" pitchFamily="34" charset="0"/>
              </a:rPr>
              <a:t>	EMP_PROJS2 (</a:t>
            </a:r>
            <a:r>
              <a:rPr lang="en-US" altLang="en-US" sz="2400" u="sng" dirty="0" err="1">
                <a:solidFill>
                  <a:srgbClr val="800000"/>
                </a:solidFill>
                <a:latin typeface="Calibri" panose="020F0502020204030204" pitchFamily="34" charset="0"/>
              </a:rPr>
              <a:t>EmpNo</a:t>
            </a:r>
            <a:r>
              <a:rPr lang="en-US" altLang="en-US" sz="2400" u="sng" dirty="0">
                <a:solidFill>
                  <a:srgbClr val="800000"/>
                </a:solidFill>
                <a:latin typeface="Calibri" panose="020F0502020204030204" pitchFamily="34" charset="0"/>
              </a:rPr>
              <a:t>,</a:t>
            </a:r>
            <a:r>
              <a:rPr lang="en-US" altLang="en-US" sz="2400" dirty="0">
                <a:solidFill>
                  <a:schemeClr val="accent2"/>
                </a:solidFill>
                <a:latin typeface="Calibri" panose="020F0502020204030204" pitchFamily="34" charset="0"/>
              </a:rPr>
              <a:t> </a:t>
            </a:r>
            <a:r>
              <a:rPr lang="en-US" altLang="en-US" sz="2400" u="sng" dirty="0" err="1">
                <a:solidFill>
                  <a:srgbClr val="800000"/>
                </a:solidFill>
                <a:latin typeface="Calibri" panose="020F0502020204030204" pitchFamily="34" charset="0"/>
              </a:rPr>
              <a:t>Pnumber</a:t>
            </a:r>
            <a:r>
              <a:rPr lang="en-US" altLang="en-US" sz="2400" dirty="0" err="1">
                <a:solidFill>
                  <a:schemeClr val="accent2"/>
                </a:solidFill>
                <a:latin typeface="Calibri" panose="020F0502020204030204" pitchFamily="34" charset="0"/>
              </a:rPr>
              <a:t>,Hours</a:t>
            </a:r>
            <a:r>
              <a:rPr lang="en-US" altLang="en-US" sz="2400" dirty="0">
                <a:solidFill>
                  <a:schemeClr val="accent2"/>
                </a:solidFill>
                <a:latin typeface="Calibri" panose="020F0502020204030204" pitchFamily="34" charset="0"/>
              </a:rPr>
              <a:t>)</a:t>
            </a:r>
          </a:p>
          <a:p>
            <a:pPr algn="just">
              <a:buFontTx/>
              <a:buNone/>
            </a:pPr>
            <a:r>
              <a:rPr lang="en-US" altLang="en-US" sz="2400" dirty="0">
                <a:latin typeface="Calibri" panose="020F0502020204030204" pitchFamily="34" charset="0"/>
              </a:rPr>
              <a:t>	b) Flattening the relation.</a:t>
            </a:r>
            <a:endParaRPr lang="en-US" altLang="en-US" sz="2400" dirty="0">
              <a:solidFill>
                <a:schemeClr val="accent2"/>
              </a:solidFill>
              <a:latin typeface="Calibri" panose="020F0502020204030204" pitchFamily="34" charset="0"/>
            </a:endParaRPr>
          </a:p>
          <a:p>
            <a:pPr algn="just">
              <a:buFontTx/>
              <a:buNone/>
            </a:pPr>
            <a:r>
              <a:rPr lang="en-US" altLang="en-US" sz="2400" dirty="0">
                <a:solidFill>
                  <a:schemeClr val="accent2"/>
                </a:solidFill>
                <a:latin typeface="Calibri" panose="020F0502020204030204" pitchFamily="34" charset="0"/>
              </a:rPr>
              <a:t>EMP_PROJS (</a:t>
            </a:r>
            <a:r>
              <a:rPr lang="en-US" altLang="en-US" sz="2400" u="sng" dirty="0" err="1">
                <a:solidFill>
                  <a:srgbClr val="800000"/>
                </a:solidFill>
                <a:latin typeface="Calibri" panose="020F0502020204030204" pitchFamily="34" charset="0"/>
              </a:rPr>
              <a:t>EmpNo</a:t>
            </a:r>
            <a:r>
              <a:rPr lang="en-US" altLang="en-US" sz="2400" u="sng" dirty="0">
                <a:solidFill>
                  <a:srgbClr val="800000"/>
                </a:solidFill>
                <a:latin typeface="Calibri" panose="020F0502020204030204" pitchFamily="34" charset="0"/>
              </a:rPr>
              <a:t>,</a:t>
            </a:r>
            <a:r>
              <a:rPr lang="en-US" altLang="en-US" sz="2400" dirty="0">
                <a:solidFill>
                  <a:schemeClr val="accent2"/>
                </a:solidFill>
                <a:latin typeface="Calibri" panose="020F0502020204030204" pitchFamily="34" charset="0"/>
              </a:rPr>
              <a:t> </a:t>
            </a:r>
            <a:r>
              <a:rPr lang="en-US" altLang="en-US" sz="2400" dirty="0" err="1">
                <a:solidFill>
                  <a:schemeClr val="accent2"/>
                </a:solidFill>
                <a:latin typeface="Calibri" panose="020F0502020204030204" pitchFamily="34" charset="0"/>
              </a:rPr>
              <a:t>EName</a:t>
            </a:r>
            <a:r>
              <a:rPr lang="en-US" altLang="en-US" sz="2400" dirty="0">
                <a:solidFill>
                  <a:schemeClr val="accent2"/>
                </a:solidFill>
                <a:latin typeface="Calibri" panose="020F0502020204030204" pitchFamily="34" charset="0"/>
              </a:rPr>
              <a:t>, </a:t>
            </a:r>
            <a:r>
              <a:rPr lang="en-US" altLang="en-US" sz="2400" u="sng" dirty="0" err="1">
                <a:solidFill>
                  <a:srgbClr val="800000"/>
                </a:solidFill>
                <a:latin typeface="Calibri" panose="020F0502020204030204" pitchFamily="34" charset="0"/>
              </a:rPr>
              <a:t>Pnumber</a:t>
            </a:r>
            <a:r>
              <a:rPr lang="en-US" altLang="en-US" sz="2400" dirty="0" err="1">
                <a:solidFill>
                  <a:schemeClr val="accent2"/>
                </a:solidFill>
                <a:latin typeface="Calibri" panose="020F0502020204030204" pitchFamily="34" charset="0"/>
              </a:rPr>
              <a:t>,Hours</a:t>
            </a:r>
            <a:r>
              <a:rPr lang="en-US" altLang="en-US" sz="2400" dirty="0">
                <a:solidFill>
                  <a:schemeClr val="accent2"/>
                </a:solidFill>
                <a:latin typeface="Calibri" panose="020F0502020204030204" pitchFamily="34" charset="0"/>
              </a:rPr>
              <a:t>)</a:t>
            </a:r>
          </a:p>
          <a:p>
            <a:pPr algn="just">
              <a:buFontTx/>
              <a:buNone/>
            </a:pPr>
            <a:r>
              <a:rPr lang="en-US" altLang="en-US" sz="2400" dirty="0">
                <a:solidFill>
                  <a:schemeClr val="accent2"/>
                </a:solidFill>
                <a:latin typeface="Calibri" panose="020F0502020204030204" pitchFamily="34" charset="0"/>
              </a:rPr>
              <a:t>Example: </a:t>
            </a:r>
            <a:r>
              <a:rPr lang="en-US" altLang="en-US" sz="2400" dirty="0">
                <a:latin typeface="Calibri" panose="020F0502020204030204" pitchFamily="34" charset="0"/>
              </a:rPr>
              <a:t>STD(</a:t>
            </a:r>
            <a:r>
              <a:rPr lang="en-US" altLang="en-US" sz="2400" dirty="0" err="1">
                <a:latin typeface="Calibri" panose="020F0502020204030204" pitchFamily="34" charset="0"/>
              </a:rPr>
              <a:t>stId</a:t>
            </a:r>
            <a:r>
              <a:rPr lang="en-US" altLang="en-US" sz="2400" dirty="0">
                <a:latin typeface="Calibri" panose="020F0502020204030204" pitchFamily="34" charset="0"/>
              </a:rPr>
              <a:t>, </a:t>
            </a:r>
            <a:r>
              <a:rPr lang="en-US" altLang="en-US" sz="2400" dirty="0" err="1">
                <a:latin typeface="Calibri" panose="020F0502020204030204" pitchFamily="34" charset="0"/>
              </a:rPr>
              <a:t>stName</a:t>
            </a:r>
            <a:r>
              <a:rPr lang="en-US" altLang="en-US" sz="2400" dirty="0">
                <a:latin typeface="Calibri" panose="020F0502020204030204" pitchFamily="34" charset="0"/>
              </a:rPr>
              <a:t>, </a:t>
            </a:r>
            <a:r>
              <a:rPr lang="en-US" altLang="en-US" sz="2400" dirty="0" err="1">
                <a:latin typeface="Calibri" panose="020F0502020204030204" pitchFamily="34" charset="0"/>
              </a:rPr>
              <a:t>stAdr</a:t>
            </a:r>
            <a:r>
              <a:rPr lang="en-US" altLang="en-US" sz="2400" dirty="0">
                <a:latin typeface="Calibri" panose="020F0502020204030204" pitchFamily="34" charset="0"/>
              </a:rPr>
              <a:t>, </a:t>
            </a:r>
            <a:r>
              <a:rPr lang="en-US" altLang="en-US" sz="2400" dirty="0" err="1">
                <a:latin typeface="Calibri" panose="020F0502020204030204" pitchFamily="34" charset="0"/>
              </a:rPr>
              <a:t>prName</a:t>
            </a:r>
            <a:r>
              <a:rPr lang="en-US" altLang="en-US" sz="2400" dirty="0">
                <a:latin typeface="Calibri" panose="020F0502020204030204" pitchFamily="34" charset="0"/>
              </a:rPr>
              <a:t>, </a:t>
            </a:r>
            <a:r>
              <a:rPr lang="en-US" altLang="en-US" sz="2400" dirty="0" err="1">
                <a:latin typeface="Calibri" panose="020F0502020204030204" pitchFamily="34" charset="0"/>
              </a:rPr>
              <a:t>bkId,bkTitle</a:t>
            </a:r>
            <a:r>
              <a:rPr lang="en-US" altLang="en-US" sz="2400" dirty="0">
                <a:latin typeface="Calibri" panose="020F0502020204030204" pitchFamily="34" charset="0"/>
              </a:rPr>
              <a:t>, </a:t>
            </a:r>
            <a:r>
              <a:rPr lang="en-US" altLang="en-US" sz="2400" dirty="0" err="1">
                <a:latin typeface="Calibri" panose="020F0502020204030204" pitchFamily="34" charset="0"/>
              </a:rPr>
              <a:t>i</a:t>
            </a:r>
            <a:r>
              <a:rPr lang="en-US" altLang="en-US" sz="2400" dirty="0">
                <a:latin typeface="Calibri" panose="020F0502020204030204" pitchFamily="34" charset="0"/>
              </a:rPr>
              <a:t>-date)</a:t>
            </a:r>
            <a:endParaRPr lang="en-US" altLang="en-US" sz="2400" dirty="0">
              <a:solidFill>
                <a:schemeClr val="accent2"/>
              </a:solidFill>
              <a:latin typeface="Calibri" panose="020F0502020204030204" pitchFamily="34" charset="0"/>
            </a:endParaRPr>
          </a:p>
          <a:p>
            <a:pPr algn="just">
              <a:buFontTx/>
              <a:buNone/>
            </a:pPr>
            <a:endParaRPr lang="en-US" altLang="en-US" sz="2400" dirty="0">
              <a:solidFill>
                <a:schemeClr val="accent2"/>
              </a:solidFill>
              <a:latin typeface="Calibri" panose="020F0502020204030204" pitchFamily="34" charset="0"/>
            </a:endParaRPr>
          </a:p>
          <a:p>
            <a:pPr algn="just">
              <a:buFontTx/>
              <a:buNone/>
            </a:pPr>
            <a:r>
              <a:rPr lang="en-US" altLang="en-US" sz="2400" dirty="0">
                <a:solidFill>
                  <a:schemeClr val="accent2"/>
                </a:solidFill>
                <a:latin typeface="Calibri" panose="020F0502020204030204" pitchFamily="34" charset="0"/>
              </a:rPr>
              <a:t>	</a:t>
            </a:r>
          </a:p>
        </p:txBody>
      </p:sp>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a:extLst>
              <a:ext uri="{FF2B5EF4-FFF2-40B4-BE49-F238E27FC236}">
                <a16:creationId xmlns:a16="http://schemas.microsoft.com/office/drawing/2014/main" id="{03CDAB28-027A-06AC-1F8B-0E51DEDF910B}"/>
              </a:ext>
            </a:extLst>
          </p:cNvPr>
          <p:cNvSpPr>
            <a:spLocks noGrp="1" noChangeArrowheads="1"/>
          </p:cNvSpPr>
          <p:nvPr>
            <p:ph type="title"/>
          </p:nvPr>
        </p:nvSpPr>
        <p:spPr>
          <a:xfrm>
            <a:off x="323850" y="620713"/>
            <a:ext cx="5148263" cy="504825"/>
          </a:xfrm>
          <a:noFill/>
        </p:spPr>
        <p:txBody>
          <a:bodyPr/>
          <a:lstStyle/>
          <a:p>
            <a:r>
              <a:rPr lang="en-US" altLang="en-US" sz="2800" b="1">
                <a:solidFill>
                  <a:srgbClr val="800000"/>
                </a:solidFill>
              </a:rPr>
              <a:t>First Normal Form (1NF)  </a:t>
            </a:r>
          </a:p>
        </p:txBody>
      </p:sp>
      <p:sp>
        <p:nvSpPr>
          <p:cNvPr id="20483" name="Rectangle 3">
            <a:extLst>
              <a:ext uri="{FF2B5EF4-FFF2-40B4-BE49-F238E27FC236}">
                <a16:creationId xmlns:a16="http://schemas.microsoft.com/office/drawing/2014/main" id="{DE0C6E78-5CD0-C819-EB5B-B018AC04E885}"/>
              </a:ext>
            </a:extLst>
          </p:cNvPr>
          <p:cNvSpPr>
            <a:spLocks noGrp="1" noChangeArrowheads="1"/>
          </p:cNvSpPr>
          <p:nvPr>
            <p:ph type="body" idx="1"/>
          </p:nvPr>
        </p:nvSpPr>
        <p:spPr>
          <a:xfrm>
            <a:off x="323850" y="1196975"/>
            <a:ext cx="8497888" cy="5165725"/>
          </a:xfrm>
        </p:spPr>
        <p:txBody>
          <a:bodyPr/>
          <a:lstStyle/>
          <a:p>
            <a:pPr algn="just">
              <a:defRPr/>
            </a:pPr>
            <a:r>
              <a:rPr lang="en-US" sz="2400" dirty="0">
                <a:latin typeface="Calibri" pitchFamily="34" charset="0"/>
              </a:rPr>
              <a:t>The existence of more than one (independent) multivalued attribute in one relation must be handled carefully.</a:t>
            </a:r>
          </a:p>
          <a:p>
            <a:pPr algn="just">
              <a:defRPr/>
            </a:pPr>
            <a:r>
              <a:rPr lang="en-US" sz="2400" dirty="0">
                <a:latin typeface="Calibri" pitchFamily="34" charset="0"/>
              </a:rPr>
              <a:t>Consider the following relation:</a:t>
            </a:r>
          </a:p>
          <a:p>
            <a:pPr algn="just">
              <a:buFontTx/>
              <a:buNone/>
              <a:defRPr/>
            </a:pPr>
            <a:r>
              <a:rPr lang="en-US" sz="2400" dirty="0">
                <a:solidFill>
                  <a:schemeClr val="accent2"/>
                </a:solidFill>
                <a:latin typeface="Calibri" pitchFamily="34" charset="0"/>
              </a:rPr>
              <a:t>	PERSON (</a:t>
            </a:r>
            <a:r>
              <a:rPr lang="en-US" sz="2400" u="sng" dirty="0">
                <a:solidFill>
                  <a:srgbClr val="800000"/>
                </a:solidFill>
                <a:latin typeface="Calibri" pitchFamily="34" charset="0"/>
              </a:rPr>
              <a:t>CNIC,</a:t>
            </a:r>
            <a:r>
              <a:rPr lang="en-US" sz="2400" dirty="0">
                <a:solidFill>
                  <a:schemeClr val="accent2"/>
                </a:solidFill>
                <a:latin typeface="Calibri" pitchFamily="34" charset="0"/>
              </a:rPr>
              <a:t> {</a:t>
            </a:r>
            <a:r>
              <a:rPr lang="en-US" sz="2400" dirty="0" err="1">
                <a:solidFill>
                  <a:schemeClr val="accent2"/>
                </a:solidFill>
                <a:latin typeface="Calibri" pitchFamily="34" charset="0"/>
              </a:rPr>
              <a:t>Car,Model</a:t>
            </a:r>
            <a:r>
              <a:rPr lang="en-US" sz="2400" dirty="0">
                <a:solidFill>
                  <a:schemeClr val="accent2"/>
                </a:solidFill>
                <a:latin typeface="Calibri" pitchFamily="34" charset="0"/>
              </a:rPr>
              <a:t>},{Phone#}) </a:t>
            </a:r>
          </a:p>
          <a:p>
            <a:pPr algn="just">
              <a:defRPr/>
            </a:pPr>
            <a:r>
              <a:rPr lang="en-US" altLang="en-US" sz="2400" dirty="0">
                <a:latin typeface="Calibri" panose="020F0502020204030204" pitchFamily="34" charset="0"/>
              </a:rPr>
              <a:t>Two ways for converting the relation into 1NF:</a:t>
            </a:r>
          </a:p>
          <a:p>
            <a:pPr algn="just">
              <a:buFontTx/>
              <a:buNone/>
              <a:defRPr/>
            </a:pPr>
            <a:r>
              <a:rPr lang="en-US" sz="2400" dirty="0">
                <a:latin typeface="Calibri" pitchFamily="34" charset="0"/>
              </a:rPr>
              <a:t>	a) Splitting the relation into two:</a:t>
            </a:r>
            <a:r>
              <a:rPr lang="en-US" sz="2400" dirty="0">
                <a:solidFill>
                  <a:schemeClr val="accent2"/>
                </a:solidFill>
                <a:latin typeface="Calibri" pitchFamily="34" charset="0"/>
              </a:rPr>
              <a:t> </a:t>
            </a:r>
          </a:p>
          <a:p>
            <a:pPr algn="just">
              <a:buFontTx/>
              <a:buNone/>
              <a:defRPr/>
            </a:pPr>
            <a:r>
              <a:rPr lang="en-US" sz="2400" dirty="0">
                <a:solidFill>
                  <a:schemeClr val="accent2"/>
                </a:solidFill>
                <a:latin typeface="Calibri" pitchFamily="34" charset="0"/>
              </a:rPr>
              <a:t>	 PERSON1 (</a:t>
            </a:r>
            <a:r>
              <a:rPr lang="en-US" sz="2400" u="sng" dirty="0">
                <a:solidFill>
                  <a:srgbClr val="800000"/>
                </a:solidFill>
                <a:latin typeface="Calibri" pitchFamily="34" charset="0"/>
              </a:rPr>
              <a:t>CNIC,</a:t>
            </a:r>
            <a:r>
              <a:rPr lang="en-US" sz="2400" dirty="0">
                <a:solidFill>
                  <a:schemeClr val="accent2"/>
                </a:solidFill>
                <a:latin typeface="Calibri" pitchFamily="34" charset="0"/>
              </a:rPr>
              <a:t> </a:t>
            </a:r>
            <a:r>
              <a:rPr lang="en-US" sz="2400" u="sng" dirty="0" err="1">
                <a:solidFill>
                  <a:srgbClr val="800000"/>
                </a:solidFill>
                <a:latin typeface="Calibri" pitchFamily="34" charset="0"/>
              </a:rPr>
              <a:t>Car,Model</a:t>
            </a:r>
            <a:r>
              <a:rPr lang="en-US" sz="2400" u="sng" dirty="0">
                <a:solidFill>
                  <a:srgbClr val="800000"/>
                </a:solidFill>
                <a:latin typeface="Calibri" pitchFamily="34" charset="0"/>
              </a:rPr>
              <a:t>)</a:t>
            </a:r>
            <a:r>
              <a:rPr lang="en-US" sz="2400" dirty="0">
                <a:solidFill>
                  <a:schemeClr val="accent2"/>
                </a:solidFill>
                <a:latin typeface="Calibri" pitchFamily="34" charset="0"/>
              </a:rPr>
              <a:t> </a:t>
            </a:r>
          </a:p>
          <a:p>
            <a:pPr algn="just">
              <a:buFontTx/>
              <a:buNone/>
              <a:defRPr/>
            </a:pPr>
            <a:r>
              <a:rPr lang="en-US" sz="2400" dirty="0">
                <a:solidFill>
                  <a:schemeClr val="accent2"/>
                </a:solidFill>
                <a:latin typeface="Calibri" pitchFamily="34" charset="0"/>
              </a:rPr>
              <a:t>	 PERSON2 (</a:t>
            </a:r>
            <a:r>
              <a:rPr lang="en-US" sz="2400" u="sng" dirty="0">
                <a:solidFill>
                  <a:srgbClr val="800000"/>
                </a:solidFill>
                <a:latin typeface="Calibri" pitchFamily="34" charset="0"/>
              </a:rPr>
              <a:t>CNIC,</a:t>
            </a:r>
            <a:r>
              <a:rPr lang="en-US" sz="2400" dirty="0">
                <a:solidFill>
                  <a:schemeClr val="accent2"/>
                </a:solidFill>
                <a:latin typeface="Calibri" pitchFamily="34" charset="0"/>
              </a:rPr>
              <a:t> </a:t>
            </a:r>
            <a:r>
              <a:rPr lang="en-US" sz="2400" u="sng" dirty="0">
                <a:solidFill>
                  <a:srgbClr val="800000"/>
                </a:solidFill>
                <a:latin typeface="Calibri" pitchFamily="34" charset="0"/>
              </a:rPr>
              <a:t>Phone#)</a:t>
            </a:r>
            <a:endParaRPr lang="en-US" sz="2400" dirty="0">
              <a:solidFill>
                <a:schemeClr val="accent2"/>
              </a:solidFill>
              <a:latin typeface="Calibri" pitchFamily="34" charset="0"/>
            </a:endParaRPr>
          </a:p>
          <a:p>
            <a:pPr algn="just">
              <a:buFontTx/>
              <a:buNone/>
              <a:defRPr/>
            </a:pPr>
            <a:r>
              <a:rPr lang="en-US" sz="2400" dirty="0">
                <a:solidFill>
                  <a:schemeClr val="accent2"/>
                </a:solidFill>
                <a:latin typeface="Calibri" pitchFamily="34" charset="0"/>
              </a:rPr>
              <a:t>	</a:t>
            </a:r>
            <a:r>
              <a:rPr lang="en-US" altLang="en-US" sz="2400" dirty="0">
                <a:latin typeface="Calibri" panose="020F0502020204030204" pitchFamily="34" charset="0"/>
              </a:rPr>
              <a:t> b) Flattening the relation.</a:t>
            </a:r>
            <a:r>
              <a:rPr lang="en-US" sz="2400" dirty="0">
                <a:solidFill>
                  <a:schemeClr val="accent2"/>
                </a:solidFill>
                <a:latin typeface="Calibri" pitchFamily="34" charset="0"/>
              </a:rPr>
              <a:t> </a:t>
            </a:r>
          </a:p>
          <a:p>
            <a:pPr algn="just">
              <a:buFontTx/>
              <a:buNone/>
              <a:defRPr/>
            </a:pPr>
            <a:r>
              <a:rPr lang="en-US" sz="2400" dirty="0">
                <a:solidFill>
                  <a:schemeClr val="accent2"/>
                </a:solidFill>
                <a:latin typeface="Calibri" pitchFamily="34" charset="0"/>
              </a:rPr>
              <a:t>	PERSON (</a:t>
            </a:r>
            <a:r>
              <a:rPr lang="en-US" sz="2400" u="sng" dirty="0">
                <a:solidFill>
                  <a:srgbClr val="800000"/>
                </a:solidFill>
                <a:latin typeface="Calibri" pitchFamily="34" charset="0"/>
              </a:rPr>
              <a:t>CNIC,</a:t>
            </a:r>
            <a:r>
              <a:rPr lang="en-US" sz="2400" dirty="0">
                <a:solidFill>
                  <a:schemeClr val="accent2"/>
                </a:solidFill>
                <a:latin typeface="Calibri" pitchFamily="34" charset="0"/>
              </a:rPr>
              <a:t> </a:t>
            </a:r>
            <a:r>
              <a:rPr lang="en-US" sz="2400" u="sng" dirty="0" err="1">
                <a:solidFill>
                  <a:srgbClr val="800000"/>
                </a:solidFill>
                <a:latin typeface="Calibri" pitchFamily="34" charset="0"/>
              </a:rPr>
              <a:t>Car,Model,Phone</a:t>
            </a:r>
            <a:r>
              <a:rPr lang="en-US" sz="2400" u="sng" dirty="0">
                <a:solidFill>
                  <a:srgbClr val="800000"/>
                </a:solidFill>
                <a:latin typeface="Calibri" pitchFamily="34" charset="0"/>
              </a:rPr>
              <a:t>#) </a:t>
            </a:r>
          </a:p>
          <a:p>
            <a:pPr algn="just">
              <a:defRPr/>
            </a:pPr>
            <a:r>
              <a:rPr lang="en-US" sz="2400" dirty="0">
                <a:highlight>
                  <a:srgbClr val="00FFFF"/>
                </a:highlight>
                <a:latin typeface="Calibri" pitchFamily="34" charset="0"/>
              </a:rPr>
              <a:t>The above solution leads to another problem of </a:t>
            </a:r>
            <a:r>
              <a:rPr lang="en-US" sz="2400" dirty="0">
                <a:solidFill>
                  <a:srgbClr val="FF0000"/>
                </a:solidFill>
                <a:highlight>
                  <a:srgbClr val="00FFFF"/>
                </a:highlight>
                <a:latin typeface="Calibri" pitchFamily="34" charset="0"/>
              </a:rPr>
              <a:t>multivalued dependencies</a:t>
            </a:r>
            <a:r>
              <a:rPr lang="en-US" sz="2400" dirty="0">
                <a:highlight>
                  <a:srgbClr val="00FFFF"/>
                </a:highlight>
                <a:latin typeface="Calibri" pitchFamily="34" charset="0"/>
              </a:rPr>
              <a:t> to be addressed in 4NF. </a:t>
            </a:r>
          </a:p>
          <a:p>
            <a:pPr algn="just">
              <a:buFontTx/>
              <a:buNone/>
              <a:defRPr/>
            </a:pPr>
            <a:r>
              <a:rPr lang="en-US" sz="2400" dirty="0">
                <a:solidFill>
                  <a:schemeClr val="accent2"/>
                </a:solidFill>
                <a:latin typeface="Calibri" pitchFamily="34" charset="0"/>
              </a:rPr>
              <a:t>	</a:t>
            </a:r>
          </a:p>
        </p:txBody>
      </p:sp>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a:extLst>
              <a:ext uri="{FF2B5EF4-FFF2-40B4-BE49-F238E27FC236}">
                <a16:creationId xmlns:a16="http://schemas.microsoft.com/office/drawing/2014/main" id="{58F48A97-AA3D-7B2A-7B96-19DACC819CFC}"/>
              </a:ext>
            </a:extLst>
          </p:cNvPr>
          <p:cNvSpPr>
            <a:spLocks noGrp="1" noChangeArrowheads="1"/>
          </p:cNvSpPr>
          <p:nvPr>
            <p:ph type="title"/>
          </p:nvPr>
        </p:nvSpPr>
        <p:spPr>
          <a:xfrm>
            <a:off x="323850" y="620713"/>
            <a:ext cx="5148263" cy="504825"/>
          </a:xfrm>
          <a:noFill/>
        </p:spPr>
        <p:txBody>
          <a:bodyPr/>
          <a:lstStyle/>
          <a:p>
            <a:r>
              <a:rPr lang="en-US" altLang="en-US" sz="2800" b="1">
                <a:solidFill>
                  <a:srgbClr val="800000"/>
                </a:solidFill>
              </a:rPr>
              <a:t>First Normal Form (1NF)  </a:t>
            </a:r>
          </a:p>
        </p:txBody>
      </p:sp>
      <p:sp>
        <p:nvSpPr>
          <p:cNvPr id="22531" name="Rectangle 3">
            <a:extLst>
              <a:ext uri="{FF2B5EF4-FFF2-40B4-BE49-F238E27FC236}">
                <a16:creationId xmlns:a16="http://schemas.microsoft.com/office/drawing/2014/main" id="{37BFFAA1-4BB0-555C-8DEC-7BAE11504590}"/>
              </a:ext>
            </a:extLst>
          </p:cNvPr>
          <p:cNvSpPr>
            <a:spLocks noGrp="1" noChangeArrowheads="1"/>
          </p:cNvSpPr>
          <p:nvPr>
            <p:ph type="body" idx="1"/>
          </p:nvPr>
        </p:nvSpPr>
        <p:spPr>
          <a:xfrm>
            <a:off x="323850" y="1196975"/>
            <a:ext cx="8497888" cy="5165725"/>
          </a:xfrm>
        </p:spPr>
        <p:txBody>
          <a:bodyPr/>
          <a:lstStyle/>
          <a:p>
            <a:pPr algn="just">
              <a:spcBef>
                <a:spcPts val="200"/>
              </a:spcBef>
            </a:pPr>
            <a:r>
              <a:rPr lang="en-US" altLang="en-US" sz="2400" dirty="0">
                <a:latin typeface="Calibri" panose="020F0502020204030204" pitchFamily="34" charset="0"/>
              </a:rPr>
              <a:t>This decomposition of relation can be applied recursively to a relation with multiple-level nesting to unnest the relation into a set of 1NF relations.</a:t>
            </a:r>
          </a:p>
          <a:p>
            <a:pPr algn="just">
              <a:spcBef>
                <a:spcPts val="200"/>
              </a:spcBef>
            </a:pPr>
            <a:r>
              <a:rPr lang="en-US" altLang="en-US" sz="2400" dirty="0">
                <a:latin typeface="Calibri" panose="020F0502020204030204" pitchFamily="34" charset="0"/>
              </a:rPr>
              <a:t>Consider the following relation:</a:t>
            </a:r>
          </a:p>
          <a:p>
            <a:pPr algn="just">
              <a:spcBef>
                <a:spcPts val="200"/>
              </a:spcBef>
              <a:buFontTx/>
              <a:buNone/>
            </a:pPr>
            <a:r>
              <a:rPr lang="en-US" altLang="en-US" sz="2400" dirty="0">
                <a:solidFill>
                  <a:schemeClr val="accent2"/>
                </a:solidFill>
                <a:latin typeface="Calibri" panose="020F0502020204030204" pitchFamily="34" charset="0"/>
              </a:rPr>
              <a:t>	CANDIDATE (</a:t>
            </a:r>
            <a:r>
              <a:rPr lang="en-US" altLang="en-US" sz="2400" u="sng" dirty="0" err="1">
                <a:solidFill>
                  <a:srgbClr val="800000"/>
                </a:solidFill>
                <a:latin typeface="Calibri" panose="020F0502020204030204" pitchFamily="34" charset="0"/>
              </a:rPr>
              <a:t>CandNo</a:t>
            </a:r>
            <a:r>
              <a:rPr lang="en-US" altLang="en-US" sz="2400" u="sng" dirty="0">
                <a:solidFill>
                  <a:srgbClr val="800000"/>
                </a:solidFill>
                <a:latin typeface="Calibri" panose="020F0502020204030204" pitchFamily="34" charset="0"/>
              </a:rPr>
              <a:t>,</a:t>
            </a:r>
            <a:r>
              <a:rPr lang="en-US" altLang="en-US" sz="2400" dirty="0">
                <a:solidFill>
                  <a:schemeClr val="accent2"/>
                </a:solidFill>
                <a:latin typeface="Calibri" panose="020F0502020204030204" pitchFamily="34" charset="0"/>
              </a:rPr>
              <a:t> </a:t>
            </a:r>
            <a:r>
              <a:rPr lang="en-US" altLang="en-US" sz="2400" dirty="0" err="1">
                <a:solidFill>
                  <a:schemeClr val="accent2"/>
                </a:solidFill>
                <a:latin typeface="Calibri" panose="020F0502020204030204" pitchFamily="34" charset="0"/>
              </a:rPr>
              <a:t>CName</a:t>
            </a:r>
            <a:r>
              <a:rPr lang="en-US" altLang="en-US" sz="2400" dirty="0">
                <a:solidFill>
                  <a:schemeClr val="accent2"/>
                </a:solidFill>
                <a:latin typeface="Calibri" panose="020F0502020204030204" pitchFamily="34" charset="0"/>
              </a:rPr>
              <a:t>, {JOB_HIST(Company, Designation,{SAL_HIST(</a:t>
            </a:r>
            <a:r>
              <a:rPr lang="en-US" altLang="en-US" sz="2400" dirty="0" err="1">
                <a:solidFill>
                  <a:schemeClr val="accent2"/>
                </a:solidFill>
                <a:latin typeface="Calibri" panose="020F0502020204030204" pitchFamily="34" charset="0"/>
              </a:rPr>
              <a:t>Year,Max_Sal</a:t>
            </a:r>
            <a:r>
              <a:rPr lang="en-US" altLang="en-US" sz="2400" dirty="0">
                <a:solidFill>
                  <a:schemeClr val="accent2"/>
                </a:solidFill>
                <a:latin typeface="Calibri" panose="020F0502020204030204" pitchFamily="34" charset="0"/>
              </a:rPr>
              <a:t>})}) </a:t>
            </a:r>
          </a:p>
          <a:p>
            <a:pPr algn="just">
              <a:spcBef>
                <a:spcPts val="200"/>
              </a:spcBef>
              <a:buFontTx/>
              <a:buNone/>
            </a:pPr>
            <a:r>
              <a:rPr lang="en-US" altLang="en-US" sz="2400" dirty="0">
                <a:solidFill>
                  <a:schemeClr val="accent2"/>
                </a:solidFill>
                <a:latin typeface="Calibri" panose="020F0502020204030204" pitchFamily="34" charset="0"/>
              </a:rPr>
              <a:t>	</a:t>
            </a:r>
            <a:r>
              <a:rPr lang="en-US" altLang="en-US" sz="2400" dirty="0">
                <a:latin typeface="Calibri" panose="020F0502020204030204" pitchFamily="34" charset="0"/>
              </a:rPr>
              <a:t>a) Splitting the relation into three:</a:t>
            </a:r>
            <a:r>
              <a:rPr lang="en-US" altLang="en-US" sz="2400" dirty="0">
                <a:solidFill>
                  <a:schemeClr val="accent2"/>
                </a:solidFill>
                <a:latin typeface="Calibri" panose="020F0502020204030204" pitchFamily="34" charset="0"/>
              </a:rPr>
              <a:t> </a:t>
            </a:r>
          </a:p>
          <a:p>
            <a:pPr algn="just">
              <a:spcBef>
                <a:spcPts val="200"/>
              </a:spcBef>
              <a:buFontTx/>
              <a:buNone/>
            </a:pPr>
            <a:r>
              <a:rPr lang="en-US" altLang="en-US" sz="2400" dirty="0">
                <a:solidFill>
                  <a:schemeClr val="accent2"/>
                </a:solidFill>
                <a:latin typeface="Calibri" panose="020F0502020204030204" pitchFamily="34" charset="0"/>
              </a:rPr>
              <a:t>	CANDIDATE1 (</a:t>
            </a:r>
            <a:r>
              <a:rPr lang="en-US" altLang="en-US" sz="2400" u="sng" dirty="0" err="1">
                <a:solidFill>
                  <a:srgbClr val="800000"/>
                </a:solidFill>
                <a:latin typeface="Calibri" panose="020F0502020204030204" pitchFamily="34" charset="0"/>
              </a:rPr>
              <a:t>CandNo</a:t>
            </a:r>
            <a:r>
              <a:rPr lang="en-US" altLang="en-US" sz="2400" u="sng" dirty="0">
                <a:solidFill>
                  <a:srgbClr val="800000"/>
                </a:solidFill>
                <a:latin typeface="Calibri" panose="020F0502020204030204" pitchFamily="34" charset="0"/>
              </a:rPr>
              <a:t>,</a:t>
            </a:r>
            <a:r>
              <a:rPr lang="en-US" altLang="en-US" sz="2400" dirty="0">
                <a:solidFill>
                  <a:schemeClr val="accent2"/>
                </a:solidFill>
                <a:latin typeface="Calibri" panose="020F0502020204030204" pitchFamily="34" charset="0"/>
              </a:rPr>
              <a:t> </a:t>
            </a:r>
            <a:r>
              <a:rPr lang="en-US" altLang="en-US" sz="2400" dirty="0" err="1">
                <a:solidFill>
                  <a:schemeClr val="accent2"/>
                </a:solidFill>
                <a:latin typeface="Calibri" panose="020F0502020204030204" pitchFamily="34" charset="0"/>
              </a:rPr>
              <a:t>Cname</a:t>
            </a:r>
            <a:r>
              <a:rPr lang="en-US" altLang="en-US" sz="2400" dirty="0">
                <a:solidFill>
                  <a:schemeClr val="accent2"/>
                </a:solidFill>
                <a:latin typeface="Calibri" panose="020F0502020204030204" pitchFamily="34" charset="0"/>
              </a:rPr>
              <a:t>)</a:t>
            </a:r>
          </a:p>
          <a:p>
            <a:pPr algn="just">
              <a:spcBef>
                <a:spcPts val="200"/>
              </a:spcBef>
              <a:buFontTx/>
              <a:buNone/>
            </a:pPr>
            <a:r>
              <a:rPr lang="en-US" altLang="en-US" sz="2400" dirty="0">
                <a:solidFill>
                  <a:schemeClr val="accent2"/>
                </a:solidFill>
                <a:latin typeface="Calibri" panose="020F0502020204030204" pitchFamily="34" charset="0"/>
              </a:rPr>
              <a:t>	CANDIDATE2( </a:t>
            </a:r>
            <a:r>
              <a:rPr lang="en-US" altLang="en-US" sz="2400" u="sng" dirty="0" err="1">
                <a:solidFill>
                  <a:srgbClr val="800000"/>
                </a:solidFill>
                <a:latin typeface="Calibri" panose="020F0502020204030204" pitchFamily="34" charset="0"/>
              </a:rPr>
              <a:t>CandNo</a:t>
            </a:r>
            <a:r>
              <a:rPr lang="en-US" altLang="en-US" sz="2400" u="sng" dirty="0">
                <a:solidFill>
                  <a:srgbClr val="800000"/>
                </a:solidFill>
                <a:latin typeface="Calibri" panose="020F0502020204030204" pitchFamily="34" charset="0"/>
              </a:rPr>
              <a:t>, Company</a:t>
            </a:r>
            <a:r>
              <a:rPr lang="en-US" altLang="en-US" sz="2400" dirty="0">
                <a:solidFill>
                  <a:schemeClr val="accent2"/>
                </a:solidFill>
                <a:latin typeface="Calibri" panose="020F0502020204030204" pitchFamily="34" charset="0"/>
              </a:rPr>
              <a:t>, Designation)</a:t>
            </a:r>
          </a:p>
          <a:p>
            <a:pPr algn="just">
              <a:spcBef>
                <a:spcPts val="200"/>
              </a:spcBef>
              <a:buFontTx/>
              <a:buNone/>
            </a:pPr>
            <a:r>
              <a:rPr lang="en-US" altLang="en-US" sz="2400" dirty="0">
                <a:solidFill>
                  <a:schemeClr val="accent2"/>
                </a:solidFill>
                <a:latin typeface="Calibri" panose="020F0502020204030204" pitchFamily="34" charset="0"/>
              </a:rPr>
              <a:t>	CANDIDATE3( </a:t>
            </a:r>
            <a:r>
              <a:rPr lang="en-US" altLang="en-US" sz="2400" u="sng" dirty="0" err="1">
                <a:solidFill>
                  <a:srgbClr val="800000"/>
                </a:solidFill>
                <a:latin typeface="Calibri" panose="020F0502020204030204" pitchFamily="34" charset="0"/>
              </a:rPr>
              <a:t>CandNo</a:t>
            </a:r>
            <a:r>
              <a:rPr lang="en-US" altLang="en-US" sz="2400" u="sng" dirty="0">
                <a:solidFill>
                  <a:srgbClr val="800000"/>
                </a:solidFill>
                <a:latin typeface="Calibri" panose="020F0502020204030204" pitchFamily="34" charset="0"/>
              </a:rPr>
              <a:t>, Company</a:t>
            </a:r>
            <a:r>
              <a:rPr lang="en-US" altLang="en-US" sz="2400" dirty="0">
                <a:solidFill>
                  <a:schemeClr val="accent2"/>
                </a:solidFill>
                <a:latin typeface="Calibri" panose="020F0502020204030204" pitchFamily="34" charset="0"/>
              </a:rPr>
              <a:t>, </a:t>
            </a:r>
            <a:r>
              <a:rPr lang="en-US" altLang="en-US" sz="2400" u="sng" dirty="0" err="1">
                <a:solidFill>
                  <a:srgbClr val="800000"/>
                </a:solidFill>
                <a:latin typeface="Calibri" panose="020F0502020204030204" pitchFamily="34" charset="0"/>
              </a:rPr>
              <a:t>Year</a:t>
            </a:r>
            <a:r>
              <a:rPr lang="en-US" altLang="en-US" sz="2400" dirty="0" err="1">
                <a:solidFill>
                  <a:schemeClr val="accent2"/>
                </a:solidFill>
                <a:latin typeface="Calibri" panose="020F0502020204030204" pitchFamily="34" charset="0"/>
              </a:rPr>
              <a:t>,Max_Sal</a:t>
            </a:r>
            <a:r>
              <a:rPr lang="en-US" altLang="en-US" sz="2400" dirty="0">
                <a:solidFill>
                  <a:schemeClr val="accent2"/>
                </a:solidFill>
                <a:latin typeface="Calibri" panose="020F0502020204030204" pitchFamily="34" charset="0"/>
              </a:rPr>
              <a:t>) 	</a:t>
            </a:r>
          </a:p>
          <a:p>
            <a:pPr algn="just">
              <a:spcBef>
                <a:spcPts val="200"/>
              </a:spcBef>
              <a:buFontTx/>
              <a:buNone/>
            </a:pPr>
            <a:r>
              <a:rPr lang="en-US" altLang="en-US" sz="2400" dirty="0">
                <a:latin typeface="Calibri" panose="020F0502020204030204" pitchFamily="34" charset="0"/>
              </a:rPr>
              <a:t>	b) Flattening the relation.</a:t>
            </a:r>
            <a:endParaRPr lang="en-US" altLang="en-US" sz="2400" dirty="0">
              <a:solidFill>
                <a:schemeClr val="accent2"/>
              </a:solidFill>
              <a:latin typeface="Calibri" panose="020F0502020204030204" pitchFamily="34" charset="0"/>
            </a:endParaRPr>
          </a:p>
          <a:p>
            <a:pPr algn="just">
              <a:spcBef>
                <a:spcPts val="200"/>
              </a:spcBef>
              <a:buFontTx/>
              <a:buNone/>
            </a:pPr>
            <a:r>
              <a:rPr lang="en-US" altLang="en-US" sz="2400" dirty="0">
                <a:solidFill>
                  <a:schemeClr val="accent2"/>
                </a:solidFill>
                <a:latin typeface="Calibri" panose="020F0502020204030204" pitchFamily="34" charset="0"/>
              </a:rPr>
              <a:t>CANDIDATE (</a:t>
            </a:r>
            <a:r>
              <a:rPr lang="en-US" altLang="en-US" sz="2400" u="sng" dirty="0" err="1">
                <a:solidFill>
                  <a:srgbClr val="800000"/>
                </a:solidFill>
                <a:latin typeface="Calibri" panose="020F0502020204030204" pitchFamily="34" charset="0"/>
              </a:rPr>
              <a:t>CandNo</a:t>
            </a:r>
            <a:r>
              <a:rPr lang="en-US" altLang="en-US" sz="2400" u="sng" dirty="0">
                <a:solidFill>
                  <a:srgbClr val="800000"/>
                </a:solidFill>
                <a:latin typeface="Calibri" panose="020F0502020204030204" pitchFamily="34" charset="0"/>
              </a:rPr>
              <a:t>,</a:t>
            </a:r>
            <a:r>
              <a:rPr lang="en-US" altLang="en-US" sz="2400" dirty="0">
                <a:solidFill>
                  <a:schemeClr val="accent2"/>
                </a:solidFill>
                <a:latin typeface="Calibri" panose="020F0502020204030204" pitchFamily="34" charset="0"/>
              </a:rPr>
              <a:t> </a:t>
            </a:r>
            <a:r>
              <a:rPr lang="en-US" altLang="en-US" sz="2400" dirty="0" err="1">
                <a:solidFill>
                  <a:schemeClr val="accent2"/>
                </a:solidFill>
                <a:latin typeface="Calibri" panose="020F0502020204030204" pitchFamily="34" charset="0"/>
              </a:rPr>
              <a:t>CName</a:t>
            </a:r>
            <a:r>
              <a:rPr lang="en-US" altLang="en-US" sz="2400" dirty="0">
                <a:solidFill>
                  <a:schemeClr val="accent2"/>
                </a:solidFill>
                <a:latin typeface="Calibri" panose="020F0502020204030204" pitchFamily="34" charset="0"/>
              </a:rPr>
              <a:t>, </a:t>
            </a:r>
            <a:r>
              <a:rPr lang="en-US" altLang="en-US" sz="2400" u="sng" dirty="0">
                <a:solidFill>
                  <a:srgbClr val="800000"/>
                </a:solidFill>
                <a:latin typeface="Calibri" panose="020F0502020204030204" pitchFamily="34" charset="0"/>
              </a:rPr>
              <a:t>Company</a:t>
            </a:r>
            <a:r>
              <a:rPr lang="en-US" altLang="en-US" sz="2400" dirty="0">
                <a:solidFill>
                  <a:schemeClr val="accent2"/>
                </a:solidFill>
                <a:latin typeface="Calibri" panose="020F0502020204030204" pitchFamily="34" charset="0"/>
              </a:rPr>
              <a:t>, Designation, </a:t>
            </a:r>
            <a:r>
              <a:rPr lang="en-US" altLang="en-US" sz="2400" u="sng" dirty="0">
                <a:solidFill>
                  <a:srgbClr val="800000"/>
                </a:solidFill>
                <a:latin typeface="Calibri" panose="020F0502020204030204" pitchFamily="34" charset="0"/>
              </a:rPr>
              <a:t>Year</a:t>
            </a:r>
            <a:r>
              <a:rPr lang="en-US" altLang="en-US" sz="2400" dirty="0">
                <a:solidFill>
                  <a:schemeClr val="accent2"/>
                </a:solidFill>
                <a:latin typeface="Calibri" panose="020F0502020204030204" pitchFamily="34" charset="0"/>
              </a:rPr>
              <a:t>, </a:t>
            </a:r>
            <a:r>
              <a:rPr lang="en-US" altLang="en-US" sz="2400" dirty="0" err="1">
                <a:solidFill>
                  <a:schemeClr val="accent2"/>
                </a:solidFill>
                <a:latin typeface="Calibri" panose="020F0502020204030204" pitchFamily="34" charset="0"/>
              </a:rPr>
              <a:t>Max_Sal</a:t>
            </a:r>
            <a:r>
              <a:rPr lang="en-US" altLang="en-US" sz="2400" dirty="0">
                <a:solidFill>
                  <a:schemeClr val="accent2"/>
                </a:solidFill>
                <a:latin typeface="Calibri" panose="020F0502020204030204" pitchFamily="34" charset="0"/>
              </a:rPr>
              <a:t>)</a:t>
            </a:r>
          </a:p>
        </p:txBody>
      </p:sp>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a:extLst>
              <a:ext uri="{FF2B5EF4-FFF2-40B4-BE49-F238E27FC236}">
                <a16:creationId xmlns:a16="http://schemas.microsoft.com/office/drawing/2014/main" id="{9FB2EDFC-7159-41F3-206D-D90A19178435}"/>
              </a:ext>
            </a:extLst>
          </p:cNvPr>
          <p:cNvSpPr>
            <a:spLocks noGrp="1" noChangeArrowheads="1"/>
          </p:cNvSpPr>
          <p:nvPr>
            <p:ph type="title"/>
          </p:nvPr>
        </p:nvSpPr>
        <p:spPr>
          <a:xfrm>
            <a:off x="323850" y="620713"/>
            <a:ext cx="5148263" cy="504825"/>
          </a:xfrm>
          <a:noFill/>
          <a:extLst>
            <a:ext uri="{91240B29-F687-4F45-9708-019B960494DF}">
              <a14:hiddenLine xmlns:a14="http://schemas.microsoft.com/office/drawing/2010/main" w="9525" cap="flat" cmpd="sng" algn="ctr">
                <a:solidFill>
                  <a:srgbClr val="000000"/>
                </a:solidFill>
                <a:prstDash val="solid"/>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r>
              <a:rPr lang="en-US" altLang="en-US" sz="2800" b="1">
                <a:solidFill>
                  <a:srgbClr val="800000"/>
                </a:solidFill>
              </a:rPr>
              <a:t>Second Normal Form (2NF)  </a:t>
            </a:r>
          </a:p>
        </p:txBody>
      </p:sp>
      <p:sp>
        <p:nvSpPr>
          <p:cNvPr id="124931" name="Rectangle 3">
            <a:extLst>
              <a:ext uri="{FF2B5EF4-FFF2-40B4-BE49-F238E27FC236}">
                <a16:creationId xmlns:a16="http://schemas.microsoft.com/office/drawing/2014/main" id="{E3D49B9D-E28C-C004-40C9-C850E41FFC5D}"/>
              </a:ext>
            </a:extLst>
          </p:cNvPr>
          <p:cNvSpPr>
            <a:spLocks noGrp="1" noChangeArrowheads="1"/>
          </p:cNvSpPr>
          <p:nvPr>
            <p:ph type="body" idx="1"/>
          </p:nvPr>
        </p:nvSpPr>
        <p:spPr>
          <a:xfrm>
            <a:off x="395288" y="1196975"/>
            <a:ext cx="8497887" cy="5256213"/>
          </a:xfrm>
        </p:spPr>
        <p:txBody>
          <a:bodyPr/>
          <a:lstStyle/>
          <a:p>
            <a:pPr algn="just">
              <a:defRPr/>
            </a:pPr>
            <a:r>
              <a:rPr lang="en-US" sz="2400" dirty="0"/>
              <a:t>A relation is in 2NF if:</a:t>
            </a:r>
          </a:p>
          <a:p>
            <a:pPr marL="742950" lvl="2" indent="-342900" algn="just">
              <a:buFont typeface="Wingdings" pitchFamily="2" charset="2"/>
              <a:buChar char="ü"/>
              <a:defRPr/>
            </a:pPr>
            <a:r>
              <a:rPr lang="en-US" sz="2400" dirty="0">
                <a:solidFill>
                  <a:schemeClr val="accent2"/>
                </a:solidFill>
              </a:rPr>
              <a:t>It is in 1NF</a:t>
            </a:r>
          </a:p>
          <a:p>
            <a:pPr marL="742950" lvl="2" indent="-342900" algn="just">
              <a:buFont typeface="Wingdings" pitchFamily="2" charset="2"/>
              <a:buChar char="ü"/>
              <a:defRPr/>
            </a:pPr>
            <a:r>
              <a:rPr lang="en-US" sz="2400" dirty="0">
                <a:solidFill>
                  <a:schemeClr val="accent2"/>
                </a:solidFill>
              </a:rPr>
              <a:t>Every non-key attribute is fully functionally dependent on the primary key</a:t>
            </a:r>
          </a:p>
          <a:p>
            <a:pPr algn="just">
              <a:defRPr/>
            </a:pPr>
            <a:r>
              <a:rPr lang="en-US" sz="2400" dirty="0"/>
              <a:t>A situation of </a:t>
            </a:r>
            <a:r>
              <a:rPr lang="en-US" sz="2400" dirty="0">
                <a:solidFill>
                  <a:srgbClr val="FF0000"/>
                </a:solidFill>
              </a:rPr>
              <a:t>Partial Functional Dependency</a:t>
            </a:r>
            <a:r>
              <a:rPr lang="en-US" sz="2400" dirty="0"/>
              <a:t> arises when PK of a relation is composite and a non key attribute is functionally dependent on part (but not all) of the PK. </a:t>
            </a:r>
            <a:endParaRPr lang="en-US" dirty="0"/>
          </a:p>
          <a:p>
            <a:pPr algn="just">
              <a:defRPr/>
            </a:pPr>
            <a:r>
              <a:rPr lang="en-US" sz="2400" dirty="0"/>
              <a:t>Referring to the Course relation:</a:t>
            </a:r>
          </a:p>
          <a:p>
            <a:pPr algn="just">
              <a:buFontTx/>
              <a:buNone/>
              <a:defRPr/>
            </a:pPr>
            <a:r>
              <a:rPr lang="en-US" sz="2400" dirty="0"/>
              <a:t>	</a:t>
            </a:r>
            <a:r>
              <a:rPr lang="en-US" sz="2400" dirty="0">
                <a:solidFill>
                  <a:schemeClr val="accent2"/>
                </a:solidFill>
              </a:rPr>
              <a:t>Course (</a:t>
            </a:r>
            <a:r>
              <a:rPr lang="en-US" sz="2400" dirty="0" err="1">
                <a:solidFill>
                  <a:schemeClr val="accent2"/>
                </a:solidFill>
              </a:rPr>
              <a:t>RegNo</a:t>
            </a:r>
            <a:r>
              <a:rPr lang="en-US" sz="2400" dirty="0">
                <a:solidFill>
                  <a:schemeClr val="accent2"/>
                </a:solidFill>
              </a:rPr>
              <a:t>, C-Code, C-Title, </a:t>
            </a:r>
            <a:r>
              <a:rPr lang="en-US" sz="2400" dirty="0" err="1">
                <a:solidFill>
                  <a:schemeClr val="accent2"/>
                </a:solidFill>
              </a:rPr>
              <a:t>C_Grade</a:t>
            </a:r>
            <a:r>
              <a:rPr lang="en-US" sz="2400" dirty="0">
                <a:solidFill>
                  <a:schemeClr val="accent2"/>
                </a:solidFill>
              </a:rPr>
              <a:t>)</a:t>
            </a:r>
          </a:p>
          <a:p>
            <a:pPr algn="just">
              <a:defRPr/>
            </a:pPr>
            <a:r>
              <a:rPr lang="en-US" sz="2400" dirty="0"/>
              <a:t>The functional dependencies are:</a:t>
            </a:r>
          </a:p>
          <a:p>
            <a:pPr marL="609600" indent="-609600" algn="just">
              <a:buFontTx/>
              <a:buNone/>
              <a:defRPr/>
            </a:pPr>
            <a:r>
              <a:rPr lang="en-US" sz="2400" dirty="0"/>
              <a:t>	</a:t>
            </a:r>
            <a:r>
              <a:rPr lang="en-US" sz="2400" dirty="0">
                <a:solidFill>
                  <a:schemeClr val="accent2"/>
                </a:solidFill>
              </a:rPr>
              <a:t>C-Code -&gt; </a:t>
            </a:r>
            <a:r>
              <a:rPr lang="en-US" sz="2400" dirty="0" err="1">
                <a:solidFill>
                  <a:schemeClr val="accent2"/>
                </a:solidFill>
              </a:rPr>
              <a:t>C_Title</a:t>
            </a:r>
            <a:r>
              <a:rPr lang="en-US" sz="2400" dirty="0">
                <a:solidFill>
                  <a:schemeClr val="accent2"/>
                </a:solidFill>
              </a:rPr>
              <a:t> 		</a:t>
            </a:r>
            <a:r>
              <a:rPr lang="en-US" sz="2400" dirty="0">
                <a:solidFill>
                  <a:srgbClr val="C00000"/>
                </a:solidFill>
              </a:rPr>
              <a:t>(Partial FD)</a:t>
            </a:r>
          </a:p>
          <a:p>
            <a:pPr marL="609600" indent="-609600" algn="just">
              <a:buFontTx/>
              <a:buNone/>
              <a:defRPr/>
            </a:pPr>
            <a:r>
              <a:rPr lang="en-US" sz="2400" dirty="0">
                <a:solidFill>
                  <a:schemeClr val="accent2"/>
                </a:solidFill>
              </a:rPr>
              <a:t>	</a:t>
            </a:r>
            <a:r>
              <a:rPr lang="en-US" sz="2400" dirty="0" err="1">
                <a:solidFill>
                  <a:schemeClr val="accent2"/>
                </a:solidFill>
              </a:rPr>
              <a:t>RegNo</a:t>
            </a:r>
            <a:r>
              <a:rPr lang="en-US" sz="2400" dirty="0">
                <a:solidFill>
                  <a:schemeClr val="accent2"/>
                </a:solidFill>
              </a:rPr>
              <a:t>, </a:t>
            </a:r>
            <a:r>
              <a:rPr lang="en-US" sz="2400" dirty="0" err="1">
                <a:solidFill>
                  <a:schemeClr val="accent2"/>
                </a:solidFill>
              </a:rPr>
              <a:t>C_Code</a:t>
            </a:r>
            <a:r>
              <a:rPr lang="en-US" sz="2400" dirty="0">
                <a:solidFill>
                  <a:schemeClr val="accent2"/>
                </a:solidFill>
              </a:rPr>
              <a:t> -&gt; </a:t>
            </a:r>
            <a:r>
              <a:rPr lang="en-US" sz="2400" dirty="0" err="1">
                <a:solidFill>
                  <a:schemeClr val="accent2"/>
                </a:solidFill>
              </a:rPr>
              <a:t>C_Grade</a:t>
            </a:r>
            <a:r>
              <a:rPr lang="en-US" sz="2400" dirty="0">
                <a:solidFill>
                  <a:schemeClr val="accent2"/>
                </a:solidFill>
              </a:rPr>
              <a:t> </a:t>
            </a:r>
            <a:r>
              <a:rPr lang="en-US" sz="2400" dirty="0">
                <a:solidFill>
                  <a:srgbClr val="C00000"/>
                </a:solidFill>
              </a:rPr>
              <a:t>(Full FD)</a:t>
            </a:r>
          </a:p>
        </p:txBody>
      </p:sp>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a:extLst>
              <a:ext uri="{FF2B5EF4-FFF2-40B4-BE49-F238E27FC236}">
                <a16:creationId xmlns:a16="http://schemas.microsoft.com/office/drawing/2014/main" id="{166AC861-1CCD-2D82-3933-8979A9B76D8E}"/>
              </a:ext>
            </a:extLst>
          </p:cNvPr>
          <p:cNvSpPr>
            <a:spLocks noGrp="1" noChangeArrowheads="1"/>
          </p:cNvSpPr>
          <p:nvPr>
            <p:ph type="title"/>
          </p:nvPr>
        </p:nvSpPr>
        <p:spPr>
          <a:xfrm>
            <a:off x="323850" y="620713"/>
            <a:ext cx="5148263" cy="504825"/>
          </a:xfrm>
          <a:noFill/>
          <a:extLst>
            <a:ext uri="{91240B29-F687-4F45-9708-019B960494DF}">
              <a14:hiddenLine xmlns:a14="http://schemas.microsoft.com/office/drawing/2010/main" w="9525" cap="flat" cmpd="sng" algn="ctr">
                <a:solidFill>
                  <a:srgbClr val="000000"/>
                </a:solidFill>
                <a:prstDash val="solid"/>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r>
              <a:rPr lang="en-US" altLang="en-US" sz="2800" b="1">
                <a:solidFill>
                  <a:srgbClr val="800000"/>
                </a:solidFill>
              </a:rPr>
              <a:t>Second Normal Form (2NF)  </a:t>
            </a:r>
          </a:p>
        </p:txBody>
      </p:sp>
      <p:sp>
        <p:nvSpPr>
          <p:cNvPr id="125955" name="Rectangle 3">
            <a:extLst>
              <a:ext uri="{FF2B5EF4-FFF2-40B4-BE49-F238E27FC236}">
                <a16:creationId xmlns:a16="http://schemas.microsoft.com/office/drawing/2014/main" id="{AAA55A24-4440-2818-2159-C0E3A90E58B2}"/>
              </a:ext>
            </a:extLst>
          </p:cNvPr>
          <p:cNvSpPr>
            <a:spLocks noGrp="1" noChangeArrowheads="1"/>
          </p:cNvSpPr>
          <p:nvPr>
            <p:ph type="body" idx="1"/>
          </p:nvPr>
        </p:nvSpPr>
        <p:spPr>
          <a:xfrm>
            <a:off x="323850" y="1287463"/>
            <a:ext cx="8497888" cy="5165725"/>
          </a:xfrm>
        </p:spPr>
        <p:txBody>
          <a:bodyPr/>
          <a:lstStyle/>
          <a:p>
            <a:pPr algn="just">
              <a:defRPr/>
            </a:pPr>
            <a:r>
              <a:rPr lang="en-US" sz="2400" dirty="0"/>
              <a:t>Since all the non key attributes are not fully functionally dependent on the PK or there is partial functional dependency in the relation, therefore it is not in 2NF.</a:t>
            </a:r>
          </a:p>
          <a:p>
            <a:pPr algn="just">
              <a:defRPr/>
            </a:pPr>
            <a:r>
              <a:rPr lang="en-US" sz="2400" dirty="0"/>
              <a:t>The Anomalies associated with the course relation are: </a:t>
            </a:r>
          </a:p>
          <a:p>
            <a:pPr algn="just">
              <a:buFontTx/>
              <a:buAutoNum type="alphaLcParenR"/>
              <a:defRPr/>
            </a:pPr>
            <a:r>
              <a:rPr lang="en-US" sz="2400" dirty="0">
                <a:solidFill>
                  <a:schemeClr val="accent2"/>
                </a:solidFill>
              </a:rPr>
              <a:t>Insert Anomaly:</a:t>
            </a:r>
            <a:r>
              <a:rPr lang="en-US" sz="2400" dirty="0"/>
              <a:t> </a:t>
            </a:r>
          </a:p>
          <a:p>
            <a:pPr algn="just">
              <a:defRPr/>
            </a:pPr>
            <a:r>
              <a:rPr lang="en-US" sz="2400" dirty="0"/>
              <a:t>A course instance cant be inserted without a student (</a:t>
            </a:r>
            <a:r>
              <a:rPr lang="en-US" sz="2400" dirty="0" err="1"/>
              <a:t>RegNo</a:t>
            </a:r>
            <a:r>
              <a:rPr lang="en-US" sz="2400" dirty="0"/>
              <a:t>)</a:t>
            </a:r>
          </a:p>
          <a:p>
            <a:pPr marL="609600" indent="-609600" algn="just">
              <a:buFontTx/>
              <a:buNone/>
              <a:defRPr/>
            </a:pPr>
            <a:r>
              <a:rPr lang="en-US" sz="2400" dirty="0">
                <a:solidFill>
                  <a:schemeClr val="accent2"/>
                </a:solidFill>
              </a:rPr>
              <a:t>b) Delete Anomaly.</a:t>
            </a:r>
          </a:p>
          <a:p>
            <a:pPr algn="just">
              <a:defRPr/>
            </a:pPr>
            <a:r>
              <a:rPr lang="en-US" sz="2400" dirty="0"/>
              <a:t>Deleting a student will unnecessarily delete course data.</a:t>
            </a:r>
          </a:p>
          <a:p>
            <a:pPr marL="609600" indent="-609600" algn="just">
              <a:buFontTx/>
              <a:buNone/>
              <a:defRPr/>
            </a:pPr>
            <a:r>
              <a:rPr lang="en-US" sz="2400" dirty="0">
                <a:solidFill>
                  <a:schemeClr val="accent2"/>
                </a:solidFill>
              </a:rPr>
              <a:t>c) Update Anomaly.</a:t>
            </a:r>
          </a:p>
          <a:p>
            <a:pPr algn="just">
              <a:defRPr/>
            </a:pPr>
            <a:r>
              <a:rPr lang="en-US" sz="2400" dirty="0"/>
              <a:t>A course cant be updated independently. </a:t>
            </a:r>
          </a:p>
        </p:txBody>
      </p:sp>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a:extLst>
              <a:ext uri="{FF2B5EF4-FFF2-40B4-BE49-F238E27FC236}">
                <a16:creationId xmlns:a16="http://schemas.microsoft.com/office/drawing/2014/main" id="{D9C3AE12-C07E-720D-142D-540C876916E8}"/>
              </a:ext>
            </a:extLst>
          </p:cNvPr>
          <p:cNvSpPr>
            <a:spLocks noGrp="1" noChangeArrowheads="1"/>
          </p:cNvSpPr>
          <p:nvPr>
            <p:ph type="title"/>
          </p:nvPr>
        </p:nvSpPr>
        <p:spPr>
          <a:xfrm>
            <a:off x="323850" y="620713"/>
            <a:ext cx="5148263" cy="504825"/>
          </a:xfrm>
          <a:noFill/>
          <a:extLst>
            <a:ext uri="{91240B29-F687-4F45-9708-019B960494DF}">
              <a14:hiddenLine xmlns:a14="http://schemas.microsoft.com/office/drawing/2010/main" w="9525" cap="flat" cmpd="sng" algn="ctr">
                <a:solidFill>
                  <a:srgbClr val="000000"/>
                </a:solidFill>
                <a:prstDash val="solid"/>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r>
              <a:rPr lang="en-US" altLang="en-US" sz="2800" b="1">
                <a:solidFill>
                  <a:srgbClr val="800000"/>
                </a:solidFill>
              </a:rPr>
              <a:t>Second Normal Form (2NF)  </a:t>
            </a:r>
          </a:p>
        </p:txBody>
      </p:sp>
      <p:sp>
        <p:nvSpPr>
          <p:cNvPr id="126979" name="Rectangle 3">
            <a:extLst>
              <a:ext uri="{FF2B5EF4-FFF2-40B4-BE49-F238E27FC236}">
                <a16:creationId xmlns:a16="http://schemas.microsoft.com/office/drawing/2014/main" id="{7EDDE831-8022-0F01-3D5E-9B0A8CCAAF6A}"/>
              </a:ext>
            </a:extLst>
          </p:cNvPr>
          <p:cNvSpPr>
            <a:spLocks noGrp="1" noChangeArrowheads="1"/>
          </p:cNvSpPr>
          <p:nvPr>
            <p:ph type="body" idx="1"/>
          </p:nvPr>
        </p:nvSpPr>
        <p:spPr>
          <a:xfrm>
            <a:off x="323850" y="1287463"/>
            <a:ext cx="8497888" cy="5165725"/>
          </a:xfrm>
        </p:spPr>
        <p:txBody>
          <a:bodyPr/>
          <a:lstStyle/>
          <a:p>
            <a:pPr algn="just">
              <a:defRPr/>
            </a:pPr>
            <a:r>
              <a:rPr lang="en-US" sz="2400" dirty="0"/>
              <a:t>The relation Course can be converted into 2NF by decomposing it into the following relations:</a:t>
            </a:r>
          </a:p>
          <a:p>
            <a:pPr marL="609600" indent="-609600">
              <a:buFontTx/>
              <a:buNone/>
              <a:defRPr/>
            </a:pPr>
            <a:r>
              <a:rPr lang="en-US" sz="2400" dirty="0">
                <a:solidFill>
                  <a:schemeClr val="accent2"/>
                </a:solidFill>
                <a:latin typeface="Times New Roman" pitchFamily="18" charset="0"/>
              </a:rPr>
              <a:t>	Course (</a:t>
            </a:r>
            <a:r>
              <a:rPr lang="en-US" sz="2400" u="sng" dirty="0">
                <a:solidFill>
                  <a:schemeClr val="accent2"/>
                </a:solidFill>
                <a:latin typeface="Times New Roman" pitchFamily="18" charset="0"/>
              </a:rPr>
              <a:t>C-</a:t>
            </a:r>
            <a:r>
              <a:rPr lang="en-US" sz="2400" u="sng" dirty="0" err="1">
                <a:solidFill>
                  <a:schemeClr val="accent2"/>
                </a:solidFill>
                <a:latin typeface="Times New Roman" pitchFamily="18" charset="0"/>
              </a:rPr>
              <a:t>Code</a:t>
            </a:r>
            <a:r>
              <a:rPr lang="en-US" sz="2400" dirty="0" err="1">
                <a:solidFill>
                  <a:schemeClr val="accent2"/>
                </a:solidFill>
                <a:latin typeface="Times New Roman" pitchFamily="18" charset="0"/>
              </a:rPr>
              <a:t>,C</a:t>
            </a:r>
            <a:r>
              <a:rPr lang="en-US" sz="2400" dirty="0">
                <a:solidFill>
                  <a:schemeClr val="accent2"/>
                </a:solidFill>
                <a:latin typeface="Times New Roman" pitchFamily="18" charset="0"/>
              </a:rPr>
              <a:t>-Title)</a:t>
            </a:r>
          </a:p>
          <a:p>
            <a:pPr marL="609600" indent="-609600">
              <a:buFontTx/>
              <a:buNone/>
              <a:defRPr/>
            </a:pPr>
            <a:r>
              <a:rPr lang="en-US" sz="2400" dirty="0">
                <a:solidFill>
                  <a:schemeClr val="accent2"/>
                </a:solidFill>
                <a:latin typeface="Times New Roman" pitchFamily="18" charset="0"/>
              </a:rPr>
              <a:t>	Result (</a:t>
            </a:r>
            <a:r>
              <a:rPr lang="en-US" sz="2400" u="sng" dirty="0" err="1">
                <a:solidFill>
                  <a:schemeClr val="accent2"/>
                </a:solidFill>
                <a:latin typeface="Times New Roman" pitchFamily="18" charset="0"/>
              </a:rPr>
              <a:t>RegNo</a:t>
            </a:r>
            <a:r>
              <a:rPr lang="en-US" sz="2400" dirty="0">
                <a:solidFill>
                  <a:schemeClr val="accent2"/>
                </a:solidFill>
                <a:latin typeface="Times New Roman" pitchFamily="18" charset="0"/>
              </a:rPr>
              <a:t>, </a:t>
            </a:r>
            <a:r>
              <a:rPr lang="en-US" sz="2400" u="sng" dirty="0">
                <a:solidFill>
                  <a:schemeClr val="accent2"/>
                </a:solidFill>
                <a:latin typeface="Times New Roman" pitchFamily="18" charset="0"/>
              </a:rPr>
              <a:t>C-Code</a:t>
            </a:r>
            <a:r>
              <a:rPr lang="en-US" sz="2400" dirty="0">
                <a:solidFill>
                  <a:schemeClr val="accent2"/>
                </a:solidFill>
                <a:latin typeface="Times New Roman" pitchFamily="18" charset="0"/>
              </a:rPr>
              <a:t>, </a:t>
            </a:r>
            <a:r>
              <a:rPr lang="en-US" sz="2400" dirty="0" err="1">
                <a:solidFill>
                  <a:schemeClr val="accent2"/>
                </a:solidFill>
                <a:latin typeface="Times New Roman" pitchFamily="18" charset="0"/>
              </a:rPr>
              <a:t>C_Grade</a:t>
            </a:r>
            <a:r>
              <a:rPr lang="en-US" sz="2400" dirty="0">
                <a:solidFill>
                  <a:schemeClr val="accent2"/>
                </a:solidFill>
                <a:latin typeface="Times New Roman" pitchFamily="18" charset="0"/>
              </a:rPr>
              <a:t>)</a:t>
            </a:r>
          </a:p>
          <a:p>
            <a:pPr marL="609600" indent="-609600" algn="just">
              <a:defRPr/>
            </a:pPr>
            <a:endParaRPr lang="en-US" sz="2400" dirty="0">
              <a:solidFill>
                <a:schemeClr val="accent2"/>
              </a:solidFill>
            </a:endParaRPr>
          </a:p>
          <a:p>
            <a:pPr algn="just">
              <a:defRPr/>
            </a:pPr>
            <a:r>
              <a:rPr lang="en-US" sz="2400" dirty="0"/>
              <a:t>A relation in 1NF will be in 2NF if:</a:t>
            </a:r>
          </a:p>
          <a:p>
            <a:pPr marL="990600" lvl="1" indent="-533400" algn="just">
              <a:defRPr/>
            </a:pPr>
            <a:r>
              <a:rPr lang="en-US" dirty="0">
                <a:solidFill>
                  <a:schemeClr val="accent2"/>
                </a:solidFill>
              </a:rPr>
              <a:t>The PK consists of only one attribute 		</a:t>
            </a:r>
            <a:r>
              <a:rPr lang="en-US" b="1" dirty="0">
                <a:solidFill>
                  <a:schemeClr val="accent2"/>
                </a:solidFill>
              </a:rPr>
              <a:t>OR</a:t>
            </a:r>
          </a:p>
          <a:p>
            <a:pPr marL="990600" lvl="1" indent="-533400" algn="just">
              <a:defRPr/>
            </a:pPr>
            <a:r>
              <a:rPr lang="en-US" dirty="0">
                <a:solidFill>
                  <a:schemeClr val="accent2"/>
                </a:solidFill>
              </a:rPr>
              <a:t>No non-key attributes exist in the relation	</a:t>
            </a:r>
            <a:r>
              <a:rPr lang="en-US" b="1" dirty="0">
                <a:solidFill>
                  <a:schemeClr val="accent2"/>
                </a:solidFill>
              </a:rPr>
              <a:t>OR</a:t>
            </a:r>
          </a:p>
          <a:p>
            <a:pPr marL="990600" lvl="1" indent="-533400" algn="just">
              <a:defRPr/>
            </a:pPr>
            <a:r>
              <a:rPr lang="en-US" dirty="0">
                <a:solidFill>
                  <a:schemeClr val="accent2"/>
                </a:solidFill>
              </a:rPr>
              <a:t>Every non-key attribute is functionally dependent on the full set of primary key attributes</a:t>
            </a:r>
          </a:p>
        </p:txBody>
      </p:sp>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a:extLst>
              <a:ext uri="{FF2B5EF4-FFF2-40B4-BE49-F238E27FC236}">
                <a16:creationId xmlns:a16="http://schemas.microsoft.com/office/drawing/2014/main" id="{692907B8-8B86-C214-845D-863AC07F082A}"/>
              </a:ext>
            </a:extLst>
          </p:cNvPr>
          <p:cNvSpPr>
            <a:spLocks noGrp="1" noChangeArrowheads="1"/>
          </p:cNvSpPr>
          <p:nvPr>
            <p:ph type="title"/>
          </p:nvPr>
        </p:nvSpPr>
        <p:spPr>
          <a:xfrm>
            <a:off x="323850" y="620713"/>
            <a:ext cx="5148263" cy="504825"/>
          </a:xfrm>
          <a:noFill/>
          <a:extLst>
            <a:ext uri="{91240B29-F687-4F45-9708-019B960494DF}">
              <a14:hiddenLine xmlns:a14="http://schemas.microsoft.com/office/drawing/2010/main" w="9525" cap="flat" cmpd="sng" algn="ctr">
                <a:solidFill>
                  <a:srgbClr val="000000"/>
                </a:solidFill>
                <a:prstDash val="solid"/>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r>
              <a:rPr lang="en-US" altLang="en-US" sz="2800" b="1">
                <a:solidFill>
                  <a:srgbClr val="800000"/>
                </a:solidFill>
              </a:rPr>
              <a:t>Second Normal Form (2NF)  </a:t>
            </a:r>
          </a:p>
        </p:txBody>
      </p:sp>
      <p:sp>
        <p:nvSpPr>
          <p:cNvPr id="26627" name="Rectangle 3">
            <a:extLst>
              <a:ext uri="{FF2B5EF4-FFF2-40B4-BE49-F238E27FC236}">
                <a16:creationId xmlns:a16="http://schemas.microsoft.com/office/drawing/2014/main" id="{29DD7B0C-489F-7E68-ACAE-E498CB6D0FF2}"/>
              </a:ext>
            </a:extLst>
          </p:cNvPr>
          <p:cNvSpPr>
            <a:spLocks noGrp="1" noChangeArrowheads="1"/>
          </p:cNvSpPr>
          <p:nvPr>
            <p:ph type="body" idx="1"/>
          </p:nvPr>
        </p:nvSpPr>
        <p:spPr>
          <a:xfrm>
            <a:off x="323850" y="1287463"/>
            <a:ext cx="8497888" cy="5165725"/>
          </a:xfrm>
        </p:spPr>
        <p:txBody>
          <a:bodyPr/>
          <a:lstStyle/>
          <a:p>
            <a:pPr algn="just">
              <a:spcBef>
                <a:spcPts val="300"/>
              </a:spcBef>
            </a:pPr>
            <a:r>
              <a:rPr lang="en-US" altLang="en-US" sz="2400"/>
              <a:t>A functional dependency </a:t>
            </a:r>
            <a:r>
              <a:rPr lang="en-US" altLang="en-US" sz="2400">
                <a:solidFill>
                  <a:srgbClr val="FF0000"/>
                </a:solidFill>
              </a:rPr>
              <a:t>X → Y</a:t>
            </a:r>
            <a:r>
              <a:rPr lang="en-US" altLang="en-US" sz="2400"/>
              <a:t> is a </a:t>
            </a:r>
            <a:r>
              <a:rPr lang="en-US" altLang="en-US" sz="2400">
                <a:solidFill>
                  <a:srgbClr val="FF0000"/>
                </a:solidFill>
              </a:rPr>
              <a:t>full functional dependency,</a:t>
            </a:r>
            <a:r>
              <a:rPr lang="en-US" altLang="en-US" sz="2400"/>
              <a:t> if removal of any attribute </a:t>
            </a:r>
            <a:r>
              <a:rPr lang="en-US" altLang="en-US" sz="2400">
                <a:solidFill>
                  <a:srgbClr val="FF0000"/>
                </a:solidFill>
              </a:rPr>
              <a:t>A</a:t>
            </a:r>
            <a:r>
              <a:rPr lang="en-US" altLang="en-US" sz="2400"/>
              <a:t> from </a:t>
            </a:r>
            <a:r>
              <a:rPr lang="en-US" altLang="en-US" sz="2400">
                <a:solidFill>
                  <a:srgbClr val="FF0000"/>
                </a:solidFill>
              </a:rPr>
              <a:t>X</a:t>
            </a:r>
            <a:r>
              <a:rPr lang="en-US" altLang="en-US" sz="2400"/>
              <a:t> means that the dependency does not hold anymore; that is, for any attribute </a:t>
            </a:r>
            <a:r>
              <a:rPr lang="en-US" altLang="en-US" sz="2400">
                <a:solidFill>
                  <a:srgbClr val="FF0000"/>
                </a:solidFill>
              </a:rPr>
              <a:t>A ε X, (X − {A})</a:t>
            </a:r>
            <a:r>
              <a:rPr lang="en-US" altLang="en-US" sz="2400"/>
              <a:t> does not functionally determine Y. </a:t>
            </a:r>
          </a:p>
          <a:p>
            <a:pPr algn="just">
              <a:spcBef>
                <a:spcPts val="300"/>
              </a:spcBef>
            </a:pPr>
            <a:r>
              <a:rPr lang="en-US" altLang="en-US" sz="2400"/>
              <a:t>A functional dependency </a:t>
            </a:r>
            <a:r>
              <a:rPr lang="en-US" altLang="en-US" sz="2400">
                <a:solidFill>
                  <a:srgbClr val="FF0000"/>
                </a:solidFill>
              </a:rPr>
              <a:t>X → Y</a:t>
            </a:r>
            <a:r>
              <a:rPr lang="en-US" altLang="en-US" sz="2400"/>
              <a:t> is a </a:t>
            </a:r>
            <a:r>
              <a:rPr lang="en-US" altLang="en-US" sz="2400">
                <a:solidFill>
                  <a:srgbClr val="FF0000"/>
                </a:solidFill>
              </a:rPr>
              <a:t>partial dependency</a:t>
            </a:r>
            <a:r>
              <a:rPr lang="en-US" altLang="en-US" sz="2400"/>
              <a:t> if some attribute </a:t>
            </a:r>
            <a:r>
              <a:rPr lang="en-US" altLang="en-US" sz="2400">
                <a:solidFill>
                  <a:srgbClr val="FF0000"/>
                </a:solidFill>
              </a:rPr>
              <a:t>A ε X</a:t>
            </a:r>
            <a:r>
              <a:rPr lang="en-US" altLang="en-US" sz="2400"/>
              <a:t> can be removed from </a:t>
            </a:r>
            <a:r>
              <a:rPr lang="en-US" altLang="en-US" sz="2400">
                <a:solidFill>
                  <a:srgbClr val="FF0000"/>
                </a:solidFill>
              </a:rPr>
              <a:t>X</a:t>
            </a:r>
            <a:r>
              <a:rPr lang="en-US" altLang="en-US" sz="2400"/>
              <a:t> and the dependency still holds; that is, for some </a:t>
            </a:r>
            <a:r>
              <a:rPr lang="en-US" altLang="en-US" sz="2400">
                <a:solidFill>
                  <a:srgbClr val="FF0000"/>
                </a:solidFill>
              </a:rPr>
              <a:t>A ε X, (X − {A}) → Y</a:t>
            </a:r>
            <a:r>
              <a:rPr lang="en-US" altLang="en-US" sz="2400"/>
              <a:t>.</a:t>
            </a:r>
          </a:p>
          <a:p>
            <a:pPr algn="just">
              <a:spcBef>
                <a:spcPts val="300"/>
              </a:spcBef>
            </a:pPr>
            <a:endParaRPr lang="en-US" altLang="en-US" sz="2400"/>
          </a:p>
        </p:txBody>
      </p:sp>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a:extLst>
              <a:ext uri="{FF2B5EF4-FFF2-40B4-BE49-F238E27FC236}">
                <a16:creationId xmlns:a16="http://schemas.microsoft.com/office/drawing/2014/main" id="{2B7D2D05-2F1B-D34A-35E8-D2635DA805E9}"/>
              </a:ext>
            </a:extLst>
          </p:cNvPr>
          <p:cNvSpPr>
            <a:spLocks noGrp="1" noChangeArrowheads="1"/>
          </p:cNvSpPr>
          <p:nvPr>
            <p:ph type="title"/>
          </p:nvPr>
        </p:nvSpPr>
        <p:spPr>
          <a:xfrm>
            <a:off x="323850" y="620713"/>
            <a:ext cx="5148263" cy="504825"/>
          </a:xfrm>
          <a:noFill/>
        </p:spPr>
        <p:txBody>
          <a:bodyPr/>
          <a:lstStyle/>
          <a:p>
            <a:r>
              <a:rPr lang="en-US" altLang="en-US" sz="2800" b="1">
                <a:solidFill>
                  <a:srgbClr val="800000"/>
                </a:solidFill>
              </a:rPr>
              <a:t>Second Normal Form (2NF)  </a:t>
            </a:r>
          </a:p>
        </p:txBody>
      </p:sp>
      <p:sp>
        <p:nvSpPr>
          <p:cNvPr id="27651" name="Rectangle 3">
            <a:extLst>
              <a:ext uri="{FF2B5EF4-FFF2-40B4-BE49-F238E27FC236}">
                <a16:creationId xmlns:a16="http://schemas.microsoft.com/office/drawing/2014/main" id="{59C09C23-EF06-05C2-3F58-B927CB292F69}"/>
              </a:ext>
            </a:extLst>
          </p:cNvPr>
          <p:cNvSpPr>
            <a:spLocks noGrp="1" noChangeArrowheads="1"/>
          </p:cNvSpPr>
          <p:nvPr>
            <p:ph type="body" idx="1"/>
          </p:nvPr>
        </p:nvSpPr>
        <p:spPr>
          <a:xfrm>
            <a:off x="323850" y="1287463"/>
            <a:ext cx="8497888" cy="5165725"/>
          </a:xfrm>
        </p:spPr>
        <p:txBody>
          <a:bodyPr/>
          <a:lstStyle/>
          <a:p>
            <a:r>
              <a:rPr lang="en-US" altLang="en-US" sz="2400">
                <a:latin typeface="Calibri" panose="020F0502020204030204" pitchFamily="34" charset="0"/>
              </a:rPr>
              <a:t>The process for transforming a 1NF table to 2NF is:</a:t>
            </a:r>
          </a:p>
          <a:p>
            <a:pPr lvl="1"/>
            <a:r>
              <a:rPr lang="en-US" altLang="en-US">
                <a:solidFill>
                  <a:schemeClr val="accent2"/>
                </a:solidFill>
                <a:latin typeface="Calibri" panose="020F0502020204030204" pitchFamily="34" charset="0"/>
              </a:rPr>
              <a:t>Identify any determinants other than the composite key, and the columns they determine.</a:t>
            </a:r>
          </a:p>
          <a:p>
            <a:pPr lvl="1"/>
            <a:r>
              <a:rPr lang="en-US" altLang="en-US">
                <a:solidFill>
                  <a:schemeClr val="accent2"/>
                </a:solidFill>
                <a:latin typeface="Calibri" panose="020F0502020204030204" pitchFamily="34" charset="0"/>
              </a:rPr>
              <a:t>Create and name a new table for each determinant and the unique columns it determines. </a:t>
            </a:r>
          </a:p>
          <a:p>
            <a:pPr lvl="1"/>
            <a:r>
              <a:rPr lang="en-US" altLang="en-US">
                <a:solidFill>
                  <a:schemeClr val="accent2"/>
                </a:solidFill>
                <a:latin typeface="Calibri" panose="020F0502020204030204" pitchFamily="34" charset="0"/>
              </a:rPr>
              <a:t>Move the determined columns from the original table to the new table. The determinate becomes the primary key of the new table.</a:t>
            </a:r>
          </a:p>
          <a:p>
            <a:pPr lvl="1"/>
            <a:r>
              <a:rPr lang="en-US" altLang="en-US">
                <a:solidFill>
                  <a:schemeClr val="accent2"/>
                </a:solidFill>
                <a:latin typeface="Calibri" panose="020F0502020204030204" pitchFamily="34" charset="0"/>
              </a:rPr>
              <a:t>Delete the columns you just moved from the original table except for the determinate which will serve as a foreign key.</a:t>
            </a:r>
          </a:p>
          <a:p>
            <a:pPr lvl="1"/>
            <a:r>
              <a:rPr lang="en-US" altLang="en-US">
                <a:solidFill>
                  <a:schemeClr val="accent2"/>
                </a:solidFill>
                <a:latin typeface="Calibri" panose="020F0502020204030204" pitchFamily="34" charset="0"/>
              </a:rPr>
              <a:t>The original table may be renamed to maintain semantic meaning.</a:t>
            </a:r>
          </a:p>
        </p:txBody>
      </p:sp>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a:extLst>
              <a:ext uri="{FF2B5EF4-FFF2-40B4-BE49-F238E27FC236}">
                <a16:creationId xmlns:a16="http://schemas.microsoft.com/office/drawing/2014/main" id="{4742EEA2-083F-1BA3-F073-8BB2C9A595DE}"/>
              </a:ext>
            </a:extLst>
          </p:cNvPr>
          <p:cNvSpPr>
            <a:spLocks noGrp="1" noChangeArrowheads="1"/>
          </p:cNvSpPr>
          <p:nvPr>
            <p:ph type="title"/>
          </p:nvPr>
        </p:nvSpPr>
        <p:spPr>
          <a:xfrm>
            <a:off x="323850" y="620713"/>
            <a:ext cx="5148263" cy="504825"/>
          </a:xfrm>
          <a:noFill/>
          <a:extLst>
            <a:ext uri="{91240B29-F687-4F45-9708-019B960494DF}">
              <a14:hiddenLine xmlns:a14="http://schemas.microsoft.com/office/drawing/2010/main" w="9525" cap="flat" cmpd="sng" algn="ctr">
                <a:solidFill>
                  <a:srgbClr val="000000"/>
                </a:solidFill>
                <a:prstDash val="solid"/>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r>
              <a:rPr lang="en-US" altLang="en-US" sz="2800" b="1">
                <a:solidFill>
                  <a:srgbClr val="800000"/>
                </a:solidFill>
              </a:rPr>
              <a:t>Third Normal Form (3NF)  </a:t>
            </a:r>
          </a:p>
        </p:txBody>
      </p:sp>
      <p:sp>
        <p:nvSpPr>
          <p:cNvPr id="28675" name="Rectangle 3">
            <a:extLst>
              <a:ext uri="{FF2B5EF4-FFF2-40B4-BE49-F238E27FC236}">
                <a16:creationId xmlns:a16="http://schemas.microsoft.com/office/drawing/2014/main" id="{ECC94B04-9717-0DDD-BFC5-6568AA522DE3}"/>
              </a:ext>
            </a:extLst>
          </p:cNvPr>
          <p:cNvSpPr>
            <a:spLocks noGrp="1" noChangeArrowheads="1"/>
          </p:cNvSpPr>
          <p:nvPr>
            <p:ph type="body" idx="1"/>
          </p:nvPr>
        </p:nvSpPr>
        <p:spPr>
          <a:xfrm>
            <a:off x="323850" y="1287463"/>
            <a:ext cx="8497888" cy="5165725"/>
          </a:xfrm>
        </p:spPr>
        <p:txBody>
          <a:bodyPr/>
          <a:lstStyle/>
          <a:p>
            <a:pPr algn="just"/>
            <a:r>
              <a:rPr lang="en-US" altLang="en-US" sz="2400" dirty="0"/>
              <a:t>A relation is said to be in 3NF, if it is in 2NF and there is no Transitive Dependency. </a:t>
            </a:r>
          </a:p>
          <a:p>
            <a:pPr algn="just"/>
            <a:r>
              <a:rPr lang="en-US" altLang="en-US" sz="2400" dirty="0"/>
              <a:t>A </a:t>
            </a:r>
            <a:r>
              <a:rPr lang="en-US" altLang="en-US" sz="2400" dirty="0">
                <a:solidFill>
                  <a:schemeClr val="accent2"/>
                </a:solidFill>
              </a:rPr>
              <a:t>Transitive Dependency</a:t>
            </a:r>
            <a:r>
              <a:rPr lang="en-US" altLang="en-US" sz="2400" dirty="0"/>
              <a:t> is a functional dependency between two or more non key attributes of a relation.</a:t>
            </a:r>
          </a:p>
          <a:p>
            <a:pPr algn="just"/>
            <a:r>
              <a:rPr lang="en-US" altLang="en-US" sz="2400" dirty="0"/>
              <a:t>Consider the following relation:</a:t>
            </a:r>
          </a:p>
          <a:p>
            <a:pPr algn="just">
              <a:buFontTx/>
              <a:buNone/>
            </a:pPr>
            <a:r>
              <a:rPr lang="en-US" altLang="en-US" sz="2400" dirty="0"/>
              <a:t>	</a:t>
            </a:r>
            <a:r>
              <a:rPr lang="en-US" altLang="en-US" sz="2400" dirty="0">
                <a:solidFill>
                  <a:schemeClr val="accent2"/>
                </a:solidFill>
              </a:rPr>
              <a:t>Emp (</a:t>
            </a:r>
            <a:r>
              <a:rPr lang="en-US" altLang="en-US" sz="2400" u="sng" dirty="0" err="1">
                <a:solidFill>
                  <a:srgbClr val="800000"/>
                </a:solidFill>
              </a:rPr>
              <a:t>EmpNo</a:t>
            </a:r>
            <a:r>
              <a:rPr lang="en-US" altLang="en-US" sz="2400" dirty="0">
                <a:solidFill>
                  <a:schemeClr val="accent2"/>
                </a:solidFill>
              </a:rPr>
              <a:t>, </a:t>
            </a:r>
            <a:r>
              <a:rPr lang="en-US" altLang="en-US" sz="2400" dirty="0" err="1">
                <a:solidFill>
                  <a:schemeClr val="accent2"/>
                </a:solidFill>
              </a:rPr>
              <a:t>EName</a:t>
            </a:r>
            <a:r>
              <a:rPr lang="en-US" altLang="en-US" sz="2400" dirty="0">
                <a:solidFill>
                  <a:schemeClr val="accent2"/>
                </a:solidFill>
              </a:rPr>
              <a:t>, Job, Sal, </a:t>
            </a:r>
            <a:r>
              <a:rPr lang="en-US" altLang="en-US" sz="2400" dirty="0" err="1">
                <a:solidFill>
                  <a:schemeClr val="accent2"/>
                </a:solidFill>
              </a:rPr>
              <a:t>DeptNo,DName</a:t>
            </a:r>
            <a:r>
              <a:rPr lang="en-US" altLang="en-US" sz="2400" dirty="0">
                <a:solidFill>
                  <a:schemeClr val="accent2"/>
                </a:solidFill>
              </a:rPr>
              <a:t>)</a:t>
            </a:r>
          </a:p>
          <a:p>
            <a:pPr algn="just"/>
            <a:r>
              <a:rPr lang="en-US" altLang="en-US" sz="2400" dirty="0"/>
              <a:t>In the above relation, there is a following transitive dependency: </a:t>
            </a:r>
          </a:p>
          <a:p>
            <a:pPr algn="just">
              <a:buFontTx/>
              <a:buNone/>
            </a:pPr>
            <a:r>
              <a:rPr lang="en-US" altLang="en-US" sz="2400" dirty="0"/>
              <a:t>	</a:t>
            </a:r>
            <a:r>
              <a:rPr lang="en-US" altLang="en-US" sz="2400" dirty="0" err="1">
                <a:solidFill>
                  <a:schemeClr val="accent2"/>
                </a:solidFill>
              </a:rPr>
              <a:t>DeptNo</a:t>
            </a:r>
            <a:r>
              <a:rPr lang="en-US" altLang="en-US" sz="2400" dirty="0">
                <a:solidFill>
                  <a:schemeClr val="accent2"/>
                </a:solidFill>
              </a:rPr>
              <a:t> -&gt; </a:t>
            </a:r>
            <a:r>
              <a:rPr lang="en-US" altLang="en-US" sz="2400" dirty="0" err="1">
                <a:solidFill>
                  <a:schemeClr val="accent2"/>
                </a:solidFill>
              </a:rPr>
              <a:t>DName</a:t>
            </a:r>
            <a:endParaRPr lang="en-US" altLang="en-US" sz="2400" dirty="0">
              <a:solidFill>
                <a:schemeClr val="accent2"/>
              </a:solidFill>
            </a:endParaRPr>
          </a:p>
          <a:p>
            <a:pPr algn="just"/>
            <a:r>
              <a:rPr lang="en-US" altLang="en-US" sz="2400" dirty="0"/>
              <a:t>Due to the above transitive dependency, department information cant be maintained independent of a employee record and hence there are anomalies in the relation.</a:t>
            </a:r>
          </a:p>
        </p:txBody>
      </p:sp>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a:extLst>
              <a:ext uri="{FF2B5EF4-FFF2-40B4-BE49-F238E27FC236}">
                <a16:creationId xmlns:a16="http://schemas.microsoft.com/office/drawing/2014/main" id="{22A6BF31-8C5C-D487-3656-E0AEE977ACAA}"/>
              </a:ext>
            </a:extLst>
          </p:cNvPr>
          <p:cNvSpPr>
            <a:spLocks noGrp="1" noChangeArrowheads="1"/>
          </p:cNvSpPr>
          <p:nvPr>
            <p:ph type="title"/>
          </p:nvPr>
        </p:nvSpPr>
        <p:spPr>
          <a:xfrm>
            <a:off x="323850" y="620713"/>
            <a:ext cx="5148263" cy="504825"/>
          </a:xfrm>
          <a:noFill/>
          <a:extLst>
            <a:ext uri="{91240B29-F687-4F45-9708-019B960494DF}">
              <a14:hiddenLine xmlns:a14="http://schemas.microsoft.com/office/drawing/2010/main" w="9525" cap="flat" cmpd="sng" algn="ctr">
                <a:solidFill>
                  <a:srgbClr val="000000"/>
                </a:solidFill>
                <a:prstDash val="solid"/>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r>
              <a:rPr lang="en-US" altLang="en-US" sz="2800" b="1">
                <a:solidFill>
                  <a:srgbClr val="800000"/>
                </a:solidFill>
              </a:rPr>
              <a:t>Third Normal Form (3NF)  </a:t>
            </a:r>
          </a:p>
        </p:txBody>
      </p:sp>
      <p:sp>
        <p:nvSpPr>
          <p:cNvPr id="129027" name="Rectangle 3">
            <a:extLst>
              <a:ext uri="{FF2B5EF4-FFF2-40B4-BE49-F238E27FC236}">
                <a16:creationId xmlns:a16="http://schemas.microsoft.com/office/drawing/2014/main" id="{201C7600-35FC-FC83-C434-4F9C7D3F0080}"/>
              </a:ext>
            </a:extLst>
          </p:cNvPr>
          <p:cNvSpPr>
            <a:spLocks noGrp="1" noChangeArrowheads="1"/>
          </p:cNvSpPr>
          <p:nvPr>
            <p:ph type="body" idx="1"/>
          </p:nvPr>
        </p:nvSpPr>
        <p:spPr>
          <a:xfrm>
            <a:off x="323850" y="1287463"/>
            <a:ext cx="8497888" cy="5165725"/>
          </a:xfrm>
        </p:spPr>
        <p:txBody>
          <a:bodyPr/>
          <a:lstStyle/>
          <a:p>
            <a:pPr algn="just">
              <a:defRPr/>
            </a:pPr>
            <a:r>
              <a:rPr lang="en-US" sz="2400" dirty="0"/>
              <a:t>You can remove transitive dependency from a relation in the following way:</a:t>
            </a:r>
          </a:p>
          <a:p>
            <a:pPr algn="just">
              <a:defRPr/>
            </a:pPr>
            <a:r>
              <a:rPr lang="en-US" sz="2400" dirty="0"/>
              <a:t>Create a new relation against transitively dependent attributes and leave the PK of new relation in the old relation to serve as a FK.</a:t>
            </a:r>
          </a:p>
          <a:p>
            <a:pPr marL="609600" indent="-609600">
              <a:buFontTx/>
              <a:buNone/>
              <a:defRPr/>
            </a:pPr>
            <a:r>
              <a:rPr lang="en-US" sz="2400" dirty="0">
                <a:solidFill>
                  <a:schemeClr val="accent2"/>
                </a:solidFill>
              </a:rPr>
              <a:t>	EMP (</a:t>
            </a:r>
            <a:r>
              <a:rPr lang="en-US" sz="2400" u="sng" dirty="0" err="1">
                <a:solidFill>
                  <a:schemeClr val="accent2"/>
                </a:solidFill>
              </a:rPr>
              <a:t>EmpNo</a:t>
            </a:r>
            <a:r>
              <a:rPr lang="en-US" sz="2400" dirty="0">
                <a:solidFill>
                  <a:schemeClr val="accent2"/>
                </a:solidFill>
              </a:rPr>
              <a:t>, </a:t>
            </a:r>
            <a:r>
              <a:rPr lang="en-US" sz="2400" dirty="0" err="1">
                <a:solidFill>
                  <a:schemeClr val="accent2"/>
                </a:solidFill>
              </a:rPr>
              <a:t>EName</a:t>
            </a:r>
            <a:r>
              <a:rPr lang="en-US" sz="2400" dirty="0">
                <a:solidFill>
                  <a:schemeClr val="accent2"/>
                </a:solidFill>
              </a:rPr>
              <a:t>, Job, Sal, </a:t>
            </a:r>
            <a:r>
              <a:rPr lang="en-US" sz="2400" dirty="0" err="1">
                <a:solidFill>
                  <a:schemeClr val="accent2"/>
                </a:solidFill>
              </a:rPr>
              <a:t>DeptNo</a:t>
            </a:r>
            <a:r>
              <a:rPr lang="en-US" sz="2400" dirty="0">
                <a:solidFill>
                  <a:schemeClr val="accent2"/>
                </a:solidFill>
              </a:rPr>
              <a:t>)</a:t>
            </a:r>
          </a:p>
          <a:p>
            <a:pPr marL="609600" indent="-609600">
              <a:buFontTx/>
              <a:buNone/>
              <a:defRPr/>
            </a:pPr>
            <a:r>
              <a:rPr lang="en-US" sz="2400" dirty="0">
                <a:solidFill>
                  <a:schemeClr val="accent2"/>
                </a:solidFill>
              </a:rPr>
              <a:t>	DEPT (</a:t>
            </a:r>
            <a:r>
              <a:rPr lang="en-US" sz="2400" u="sng" dirty="0" err="1">
                <a:solidFill>
                  <a:schemeClr val="accent2"/>
                </a:solidFill>
              </a:rPr>
              <a:t>DeptNo</a:t>
            </a:r>
            <a:r>
              <a:rPr lang="en-US" sz="2400" dirty="0">
                <a:solidFill>
                  <a:schemeClr val="accent2"/>
                </a:solidFill>
              </a:rPr>
              <a:t>, </a:t>
            </a:r>
            <a:r>
              <a:rPr lang="en-US" sz="2400" dirty="0" err="1">
                <a:solidFill>
                  <a:schemeClr val="accent2"/>
                </a:solidFill>
              </a:rPr>
              <a:t>DName</a:t>
            </a:r>
            <a:r>
              <a:rPr lang="en-US" sz="2400" dirty="0">
                <a:solidFill>
                  <a:schemeClr val="accent2"/>
                </a:solidFill>
              </a:rPr>
              <a:t>)</a:t>
            </a:r>
          </a:p>
          <a:p>
            <a:pPr marL="609600" indent="-609600">
              <a:buFontTx/>
              <a:buNone/>
              <a:defRPr/>
            </a:pPr>
            <a:endParaRPr lang="en-US" sz="2400" dirty="0">
              <a:solidFill>
                <a:schemeClr val="accent2"/>
              </a:solidFill>
            </a:endParaRPr>
          </a:p>
          <a:p>
            <a:pPr marL="609600" indent="-609600">
              <a:buFontTx/>
              <a:buNone/>
              <a:defRPr/>
            </a:pPr>
            <a:r>
              <a:rPr lang="en-US" sz="2400" u="sng" dirty="0">
                <a:solidFill>
                  <a:srgbClr val="800000"/>
                </a:solidFill>
              </a:rPr>
              <a:t>More Examples:</a:t>
            </a:r>
          </a:p>
          <a:p>
            <a:pPr marL="609600" indent="-609600">
              <a:buFontTx/>
              <a:buNone/>
              <a:defRPr/>
            </a:pPr>
            <a:r>
              <a:rPr lang="en-US" sz="2200" dirty="0">
                <a:solidFill>
                  <a:schemeClr val="accent2"/>
                </a:solidFill>
                <a:latin typeface="Calibri" pitchFamily="34" charset="0"/>
                <a:cs typeface="Calibri" pitchFamily="34" charset="0"/>
              </a:rPr>
              <a:t>Ex 1: PRJ (</a:t>
            </a:r>
            <a:r>
              <a:rPr lang="en-US" sz="2200" u="sng" dirty="0" err="1">
                <a:solidFill>
                  <a:schemeClr val="accent2"/>
                </a:solidFill>
                <a:latin typeface="Calibri" pitchFamily="34" charset="0"/>
                <a:cs typeface="Calibri" pitchFamily="34" charset="0"/>
              </a:rPr>
              <a:t>PNo</a:t>
            </a:r>
            <a:r>
              <a:rPr lang="en-US" sz="2200" u="sng" dirty="0">
                <a:solidFill>
                  <a:schemeClr val="accent2"/>
                </a:solidFill>
                <a:latin typeface="Calibri" pitchFamily="34" charset="0"/>
                <a:cs typeface="Calibri" pitchFamily="34" charset="0"/>
              </a:rPr>
              <a:t>,</a:t>
            </a:r>
            <a:r>
              <a:rPr lang="en-US" sz="2200" dirty="0">
                <a:solidFill>
                  <a:schemeClr val="accent2"/>
                </a:solidFill>
                <a:latin typeface="Calibri" pitchFamily="34" charset="0"/>
                <a:cs typeface="Calibri" pitchFamily="34" charset="0"/>
              </a:rPr>
              <a:t> </a:t>
            </a:r>
            <a:r>
              <a:rPr lang="en-US" sz="2200" dirty="0" err="1">
                <a:solidFill>
                  <a:schemeClr val="accent2"/>
                </a:solidFill>
                <a:latin typeface="Calibri" pitchFamily="34" charset="0"/>
                <a:cs typeface="Calibri" pitchFamily="34" charset="0"/>
              </a:rPr>
              <a:t>PName</a:t>
            </a:r>
            <a:r>
              <a:rPr lang="en-US" sz="2200" dirty="0">
                <a:solidFill>
                  <a:schemeClr val="accent2"/>
                </a:solidFill>
                <a:latin typeface="Calibri" pitchFamily="34" charset="0"/>
                <a:cs typeface="Calibri" pitchFamily="34" charset="0"/>
              </a:rPr>
              <a:t>, </a:t>
            </a:r>
            <a:r>
              <a:rPr lang="en-US" sz="2200" dirty="0" err="1">
                <a:solidFill>
                  <a:schemeClr val="accent2"/>
                </a:solidFill>
                <a:latin typeface="Calibri" pitchFamily="34" charset="0"/>
                <a:cs typeface="Calibri" pitchFamily="34" charset="0"/>
              </a:rPr>
              <a:t>PBudget</a:t>
            </a:r>
            <a:r>
              <a:rPr lang="en-US" sz="2200" dirty="0">
                <a:solidFill>
                  <a:schemeClr val="accent2"/>
                </a:solidFill>
                <a:latin typeface="Calibri" pitchFamily="34" charset="0"/>
                <a:cs typeface="Calibri" pitchFamily="34" charset="0"/>
              </a:rPr>
              <a:t>, </a:t>
            </a:r>
            <a:r>
              <a:rPr lang="en-US" sz="2200" dirty="0" err="1">
                <a:solidFill>
                  <a:schemeClr val="accent2"/>
                </a:solidFill>
                <a:latin typeface="Calibri" pitchFamily="34" charset="0"/>
                <a:cs typeface="Calibri" pitchFamily="34" charset="0"/>
              </a:rPr>
              <a:t>EmpNo</a:t>
            </a:r>
            <a:r>
              <a:rPr lang="en-US" sz="2200" dirty="0">
                <a:solidFill>
                  <a:schemeClr val="accent2"/>
                </a:solidFill>
                <a:latin typeface="Calibri" pitchFamily="34" charset="0"/>
                <a:cs typeface="Calibri" pitchFamily="34" charset="0"/>
              </a:rPr>
              <a:t>, </a:t>
            </a:r>
            <a:r>
              <a:rPr lang="en-US" sz="2200" dirty="0" err="1">
                <a:solidFill>
                  <a:schemeClr val="accent2"/>
                </a:solidFill>
                <a:latin typeface="Calibri" pitchFamily="34" charset="0"/>
                <a:cs typeface="Calibri" pitchFamily="34" charset="0"/>
              </a:rPr>
              <a:t>EName</a:t>
            </a:r>
            <a:r>
              <a:rPr lang="en-US" sz="2200" dirty="0">
                <a:solidFill>
                  <a:schemeClr val="accent2"/>
                </a:solidFill>
                <a:latin typeface="Calibri" pitchFamily="34" charset="0"/>
                <a:cs typeface="Calibri" pitchFamily="34" charset="0"/>
              </a:rPr>
              <a:t>, Job, </a:t>
            </a:r>
            <a:r>
              <a:rPr lang="en-US" sz="2200" dirty="0" err="1">
                <a:solidFill>
                  <a:schemeClr val="accent2"/>
                </a:solidFill>
                <a:latin typeface="Calibri" pitchFamily="34" charset="0"/>
                <a:cs typeface="Calibri" pitchFamily="34" charset="0"/>
              </a:rPr>
              <a:t>ChgHour</a:t>
            </a:r>
            <a:r>
              <a:rPr lang="en-US" sz="2200" dirty="0">
                <a:solidFill>
                  <a:schemeClr val="accent2"/>
                </a:solidFill>
                <a:latin typeface="Calibri" pitchFamily="34" charset="0"/>
                <a:cs typeface="Calibri" pitchFamily="34" charset="0"/>
              </a:rPr>
              <a:t>, Hours)</a:t>
            </a:r>
          </a:p>
          <a:p>
            <a:pPr marL="609600" indent="-609600">
              <a:buFontTx/>
              <a:buNone/>
              <a:defRPr/>
            </a:pPr>
            <a:r>
              <a:rPr lang="nn-NO" sz="2400" dirty="0">
                <a:solidFill>
                  <a:schemeClr val="accent2"/>
                </a:solidFill>
                <a:latin typeface="Calibri" pitchFamily="34" charset="0"/>
              </a:rPr>
              <a:t>Ex2: STD (</a:t>
            </a:r>
            <a:r>
              <a:rPr lang="nn-NO" sz="2400" u="sng" dirty="0">
                <a:solidFill>
                  <a:schemeClr val="accent2"/>
                </a:solidFill>
                <a:latin typeface="Calibri" pitchFamily="34" charset="0"/>
              </a:rPr>
              <a:t>stId</a:t>
            </a:r>
            <a:r>
              <a:rPr lang="nn-NO" sz="2400" dirty="0">
                <a:solidFill>
                  <a:schemeClr val="accent2"/>
                </a:solidFill>
                <a:latin typeface="Calibri" pitchFamily="34" charset="0"/>
              </a:rPr>
              <a:t>, stName, stAdr, prName, prCrdts)</a:t>
            </a:r>
            <a:endParaRPr lang="en-US" sz="2400" dirty="0">
              <a:solidFill>
                <a:schemeClr val="accent2"/>
              </a:solidFill>
            </a:endParaRPr>
          </a:p>
        </p:txBody>
      </p:sp>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a:extLst>
              <a:ext uri="{FF2B5EF4-FFF2-40B4-BE49-F238E27FC236}">
                <a16:creationId xmlns:a16="http://schemas.microsoft.com/office/drawing/2014/main" id="{A5638BF6-A794-6198-ECEE-C07166A0912D}"/>
              </a:ext>
            </a:extLst>
          </p:cNvPr>
          <p:cNvSpPr>
            <a:spLocks noGrp="1" noChangeArrowheads="1"/>
          </p:cNvSpPr>
          <p:nvPr>
            <p:ph type="title"/>
          </p:nvPr>
        </p:nvSpPr>
        <p:spPr>
          <a:xfrm>
            <a:off x="323850" y="620713"/>
            <a:ext cx="5148263" cy="504825"/>
          </a:xfrm>
          <a:noFill/>
        </p:spPr>
        <p:txBody>
          <a:bodyPr/>
          <a:lstStyle/>
          <a:p>
            <a:r>
              <a:rPr lang="en-US" altLang="en-US" sz="2800" b="1">
                <a:solidFill>
                  <a:srgbClr val="800000"/>
                </a:solidFill>
              </a:rPr>
              <a:t>Third Normal Form (3NF)  </a:t>
            </a:r>
          </a:p>
        </p:txBody>
      </p:sp>
      <p:sp>
        <p:nvSpPr>
          <p:cNvPr id="30723" name="Rectangle 3">
            <a:extLst>
              <a:ext uri="{FF2B5EF4-FFF2-40B4-BE49-F238E27FC236}">
                <a16:creationId xmlns:a16="http://schemas.microsoft.com/office/drawing/2014/main" id="{8DB0D333-6CD9-DEDE-19AD-5111188CC674}"/>
              </a:ext>
            </a:extLst>
          </p:cNvPr>
          <p:cNvSpPr>
            <a:spLocks noGrp="1" noChangeArrowheads="1"/>
          </p:cNvSpPr>
          <p:nvPr>
            <p:ph type="body" idx="1"/>
          </p:nvPr>
        </p:nvSpPr>
        <p:spPr>
          <a:xfrm>
            <a:off x="323850" y="1287463"/>
            <a:ext cx="8497888" cy="5165725"/>
          </a:xfrm>
        </p:spPr>
        <p:txBody>
          <a:bodyPr/>
          <a:lstStyle/>
          <a:p>
            <a:r>
              <a:rPr lang="en-US" altLang="en-US">
                <a:latin typeface="Calibri" panose="020F0502020204030204" pitchFamily="34" charset="0"/>
              </a:rPr>
              <a:t>The process of transforming a table into 3NF is:</a:t>
            </a:r>
          </a:p>
          <a:p>
            <a:pPr lvl="1"/>
            <a:r>
              <a:rPr lang="en-US" altLang="en-US">
                <a:solidFill>
                  <a:schemeClr val="accent2"/>
                </a:solidFill>
                <a:latin typeface="Calibri" panose="020F0502020204030204" pitchFamily="34" charset="0"/>
              </a:rPr>
              <a:t>Identify any determinants, other the primary key, and the columns they determine.</a:t>
            </a:r>
          </a:p>
          <a:p>
            <a:pPr lvl="1"/>
            <a:r>
              <a:rPr lang="en-US" altLang="en-US">
                <a:solidFill>
                  <a:schemeClr val="accent2"/>
                </a:solidFill>
                <a:latin typeface="Calibri" panose="020F0502020204030204" pitchFamily="34" charset="0"/>
              </a:rPr>
              <a:t>Create and name a new table for each determinant and the unique columns it determines.</a:t>
            </a:r>
          </a:p>
          <a:p>
            <a:pPr lvl="1"/>
            <a:r>
              <a:rPr lang="en-US" altLang="en-US">
                <a:solidFill>
                  <a:schemeClr val="accent2"/>
                </a:solidFill>
                <a:latin typeface="Calibri" panose="020F0502020204030204" pitchFamily="34" charset="0"/>
              </a:rPr>
              <a:t>Move the determined columns from the original table to the new table. The determinate becomes the primary key of the new table.</a:t>
            </a:r>
          </a:p>
          <a:p>
            <a:pPr lvl="1"/>
            <a:r>
              <a:rPr lang="en-US" altLang="en-US">
                <a:solidFill>
                  <a:schemeClr val="accent2"/>
                </a:solidFill>
                <a:latin typeface="Calibri" panose="020F0502020204030204" pitchFamily="34" charset="0"/>
              </a:rPr>
              <a:t>Delete the columns you just moved from the original table except for the determinate which will serve as a foreign key.</a:t>
            </a:r>
          </a:p>
          <a:p>
            <a:pPr lvl="1"/>
            <a:r>
              <a:rPr lang="en-US" altLang="en-US">
                <a:solidFill>
                  <a:schemeClr val="accent2"/>
                </a:solidFill>
                <a:latin typeface="Calibri" panose="020F0502020204030204" pitchFamily="34" charset="0"/>
              </a:rPr>
              <a:t>The original table may be renamed to maintain semantic meaning.</a:t>
            </a:r>
          </a:p>
        </p:txBody>
      </p:sp>
    </p:spTree>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a:extLst>
              <a:ext uri="{FF2B5EF4-FFF2-40B4-BE49-F238E27FC236}">
                <a16:creationId xmlns:a16="http://schemas.microsoft.com/office/drawing/2014/main" id="{77BCEC18-6E26-4527-1F50-C6255E9B0A5A}"/>
              </a:ext>
            </a:extLst>
          </p:cNvPr>
          <p:cNvSpPr>
            <a:spLocks noGrp="1" noChangeArrowheads="1"/>
          </p:cNvSpPr>
          <p:nvPr>
            <p:ph type="title"/>
          </p:nvPr>
        </p:nvSpPr>
        <p:spPr>
          <a:xfrm>
            <a:off x="395288" y="620713"/>
            <a:ext cx="4321175" cy="393700"/>
          </a:xfrm>
          <a:noFill/>
          <a:extLst>
            <a:ext uri="{91240B29-F687-4F45-9708-019B960494DF}">
              <a14:hiddenLine xmlns:a14="http://schemas.microsoft.com/office/drawing/2010/main" w="9525" cap="flat" cmpd="sng" algn="ctr">
                <a:solidFill>
                  <a:srgbClr val="000000"/>
                </a:solidFill>
                <a:prstDash val="solid"/>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r>
              <a:rPr lang="en-US" altLang="en-US" sz="2800" b="1">
                <a:solidFill>
                  <a:srgbClr val="800000"/>
                </a:solidFill>
              </a:rPr>
              <a:t>Normalization - Exercise</a:t>
            </a:r>
          </a:p>
        </p:txBody>
      </p:sp>
      <p:sp>
        <p:nvSpPr>
          <p:cNvPr id="130051" name="Rectangle 3">
            <a:extLst>
              <a:ext uri="{FF2B5EF4-FFF2-40B4-BE49-F238E27FC236}">
                <a16:creationId xmlns:a16="http://schemas.microsoft.com/office/drawing/2014/main" id="{EB2A4939-A715-1636-809E-02F017085205}"/>
              </a:ext>
            </a:extLst>
          </p:cNvPr>
          <p:cNvSpPr>
            <a:spLocks noGrp="1" noChangeArrowheads="1"/>
          </p:cNvSpPr>
          <p:nvPr>
            <p:ph type="body" idx="1"/>
          </p:nvPr>
        </p:nvSpPr>
        <p:spPr>
          <a:xfrm>
            <a:off x="395288" y="1196975"/>
            <a:ext cx="8497887" cy="5184775"/>
          </a:xfrm>
        </p:spPr>
        <p:txBody>
          <a:bodyPr/>
          <a:lstStyle/>
          <a:p>
            <a:pPr algn="just">
              <a:defRPr/>
            </a:pPr>
            <a:r>
              <a:rPr lang="en-US" sz="2400" u="sng" dirty="0">
                <a:solidFill>
                  <a:schemeClr val="accent2"/>
                </a:solidFill>
                <a:latin typeface="Calibri" pitchFamily="34" charset="0"/>
                <a:cs typeface="Calibri" pitchFamily="34" charset="0"/>
              </a:rPr>
              <a:t>Invoice Relation: </a:t>
            </a:r>
          </a:p>
          <a:p>
            <a:pPr algn="just">
              <a:buFontTx/>
              <a:buNone/>
              <a:defRPr/>
            </a:pPr>
            <a:r>
              <a:rPr lang="en-US" sz="2400" dirty="0">
                <a:latin typeface="Calibri" pitchFamily="34" charset="0"/>
                <a:cs typeface="Calibri" pitchFamily="34" charset="0"/>
              </a:rPr>
              <a:t>	</a:t>
            </a:r>
            <a:r>
              <a:rPr lang="en-US" sz="2400" u="sng" dirty="0" err="1">
                <a:latin typeface="Calibri" pitchFamily="34" charset="0"/>
                <a:cs typeface="Calibri" pitchFamily="34" charset="0"/>
              </a:rPr>
              <a:t>InvNo</a:t>
            </a:r>
            <a:r>
              <a:rPr lang="en-US" sz="2400" dirty="0">
                <a:latin typeface="Calibri" pitchFamily="34" charset="0"/>
                <a:cs typeface="Calibri" pitchFamily="34" charset="0"/>
              </a:rPr>
              <a:t>, </a:t>
            </a:r>
            <a:r>
              <a:rPr lang="en-US" sz="2400" dirty="0" err="1">
                <a:latin typeface="Calibri" pitchFamily="34" charset="0"/>
                <a:cs typeface="Calibri" pitchFamily="34" charset="0"/>
              </a:rPr>
              <a:t>InvDate</a:t>
            </a:r>
            <a:r>
              <a:rPr lang="en-US" sz="2400" dirty="0">
                <a:latin typeface="Calibri" pitchFamily="34" charset="0"/>
                <a:cs typeface="Calibri" pitchFamily="34" charset="0"/>
              </a:rPr>
              <a:t>, </a:t>
            </a:r>
            <a:r>
              <a:rPr lang="en-US" sz="2400" dirty="0" err="1">
                <a:latin typeface="Calibri" pitchFamily="34" charset="0"/>
                <a:cs typeface="Calibri" pitchFamily="34" charset="0"/>
              </a:rPr>
              <a:t>PaymentMode</a:t>
            </a:r>
            <a:r>
              <a:rPr lang="en-US" sz="2400" dirty="0">
                <a:latin typeface="Calibri" pitchFamily="34" charset="0"/>
                <a:cs typeface="Calibri" pitchFamily="34" charset="0"/>
              </a:rPr>
              <a:t>, </a:t>
            </a:r>
            <a:r>
              <a:rPr lang="en-US" sz="2400" dirty="0" err="1">
                <a:latin typeface="Calibri" pitchFamily="34" charset="0"/>
                <a:cs typeface="Calibri" pitchFamily="34" charset="0"/>
              </a:rPr>
              <a:t>InvTotal</a:t>
            </a:r>
            <a:r>
              <a:rPr lang="en-US" sz="2400" dirty="0">
                <a:latin typeface="Calibri" pitchFamily="34" charset="0"/>
                <a:cs typeface="Calibri" pitchFamily="34" charset="0"/>
              </a:rPr>
              <a:t>, </a:t>
            </a:r>
            <a:r>
              <a:rPr lang="en-US" sz="2400" dirty="0" err="1">
                <a:latin typeface="Calibri" pitchFamily="34" charset="0"/>
                <a:cs typeface="Calibri" pitchFamily="34" charset="0"/>
              </a:rPr>
              <a:t>CustNo</a:t>
            </a:r>
            <a:r>
              <a:rPr lang="en-US" sz="2400" dirty="0">
                <a:latin typeface="Calibri" pitchFamily="34" charset="0"/>
                <a:cs typeface="Calibri" pitchFamily="34" charset="0"/>
              </a:rPr>
              <a:t>, </a:t>
            </a:r>
            <a:r>
              <a:rPr lang="en-US" sz="2400" dirty="0" err="1">
                <a:latin typeface="Calibri" pitchFamily="34" charset="0"/>
                <a:cs typeface="Calibri" pitchFamily="34" charset="0"/>
              </a:rPr>
              <a:t>CustName</a:t>
            </a:r>
            <a:r>
              <a:rPr lang="en-US" sz="2400" dirty="0">
                <a:latin typeface="Calibri" pitchFamily="34" charset="0"/>
                <a:cs typeface="Calibri" pitchFamily="34" charset="0"/>
              </a:rPr>
              <a:t>, </a:t>
            </a:r>
            <a:r>
              <a:rPr lang="en-US" sz="2400" dirty="0" err="1">
                <a:latin typeface="Calibri" pitchFamily="34" charset="0"/>
                <a:cs typeface="Calibri" pitchFamily="34" charset="0"/>
              </a:rPr>
              <a:t>CustAddress</a:t>
            </a:r>
            <a:r>
              <a:rPr lang="en-US" sz="2400" dirty="0">
                <a:latin typeface="Calibri" pitchFamily="34" charset="0"/>
                <a:cs typeface="Calibri" pitchFamily="34" charset="0"/>
              </a:rPr>
              <a:t>, </a:t>
            </a:r>
            <a:r>
              <a:rPr lang="en-US" sz="2400" dirty="0" err="1">
                <a:latin typeface="Calibri" pitchFamily="34" charset="0"/>
                <a:cs typeface="Calibri" pitchFamily="34" charset="0"/>
              </a:rPr>
              <a:t>ProductNo</a:t>
            </a:r>
            <a:r>
              <a:rPr lang="en-US" sz="2400" dirty="0">
                <a:latin typeface="Calibri" pitchFamily="34" charset="0"/>
                <a:cs typeface="Calibri" pitchFamily="34" charset="0"/>
              </a:rPr>
              <a:t>, </a:t>
            </a:r>
            <a:r>
              <a:rPr lang="en-US" sz="2400" dirty="0" err="1">
                <a:latin typeface="Calibri" pitchFamily="34" charset="0"/>
                <a:cs typeface="Calibri" pitchFamily="34" charset="0"/>
              </a:rPr>
              <a:t>ProdName</a:t>
            </a:r>
            <a:r>
              <a:rPr lang="en-US" sz="2400" dirty="0">
                <a:latin typeface="Calibri" pitchFamily="34" charset="0"/>
                <a:cs typeface="Calibri" pitchFamily="34" charset="0"/>
              </a:rPr>
              <a:t>, Price, </a:t>
            </a:r>
            <a:r>
              <a:rPr lang="en-US" sz="2400" dirty="0" err="1">
                <a:latin typeface="Calibri" pitchFamily="34" charset="0"/>
                <a:cs typeface="Calibri" pitchFamily="34" charset="0"/>
              </a:rPr>
              <a:t>ProdQty</a:t>
            </a:r>
            <a:r>
              <a:rPr lang="en-US" sz="2400" dirty="0">
                <a:latin typeface="Calibri" pitchFamily="34" charset="0"/>
                <a:cs typeface="Calibri" pitchFamily="34" charset="0"/>
              </a:rPr>
              <a:t>, </a:t>
            </a:r>
            <a:r>
              <a:rPr lang="en-US" sz="2400" dirty="0" err="1">
                <a:latin typeface="Calibri" pitchFamily="34" charset="0"/>
                <a:cs typeface="Calibri" pitchFamily="34" charset="0"/>
              </a:rPr>
              <a:t>QtyInHand</a:t>
            </a:r>
            <a:r>
              <a:rPr lang="en-US" sz="2400" dirty="0">
                <a:latin typeface="Calibri" pitchFamily="34" charset="0"/>
                <a:cs typeface="Calibri" pitchFamily="34" charset="0"/>
              </a:rPr>
              <a:t>  </a:t>
            </a:r>
          </a:p>
          <a:p>
            <a:pPr marL="609600" indent="-609600" algn="just">
              <a:buFontTx/>
              <a:buNone/>
              <a:defRPr/>
            </a:pPr>
            <a:endParaRPr lang="en-US" sz="2400" dirty="0">
              <a:latin typeface="Calibri" pitchFamily="34" charset="0"/>
              <a:cs typeface="Calibri" pitchFamily="34" charset="0"/>
            </a:endParaRPr>
          </a:p>
          <a:p>
            <a:pPr algn="just">
              <a:defRPr/>
            </a:pPr>
            <a:r>
              <a:rPr lang="en-US" sz="2400" u="sng" dirty="0">
                <a:solidFill>
                  <a:schemeClr val="accent2"/>
                </a:solidFill>
                <a:latin typeface="Calibri" pitchFamily="34" charset="0"/>
                <a:cs typeface="Calibri" pitchFamily="34" charset="0"/>
              </a:rPr>
              <a:t>Student Relation: </a:t>
            </a:r>
          </a:p>
          <a:p>
            <a:pPr algn="just">
              <a:buFontTx/>
              <a:buNone/>
              <a:defRPr/>
            </a:pPr>
            <a:r>
              <a:rPr lang="en-US" sz="2400" dirty="0">
                <a:latin typeface="Calibri" pitchFamily="34" charset="0"/>
                <a:cs typeface="Calibri" pitchFamily="34" charset="0"/>
              </a:rPr>
              <a:t>	</a:t>
            </a:r>
            <a:r>
              <a:rPr lang="en-US" sz="2400" u="sng" dirty="0" err="1">
                <a:latin typeface="Calibri" pitchFamily="34" charset="0"/>
                <a:cs typeface="Calibri" pitchFamily="34" charset="0"/>
              </a:rPr>
              <a:t>RegNo</a:t>
            </a:r>
            <a:r>
              <a:rPr lang="en-US" sz="2400" dirty="0">
                <a:latin typeface="Calibri" pitchFamily="34" charset="0"/>
                <a:cs typeface="Calibri" pitchFamily="34" charset="0"/>
              </a:rPr>
              <a:t>, Name, Address, Program, C-Code, C-Title, C-Grade, </a:t>
            </a:r>
          </a:p>
          <a:p>
            <a:pPr algn="just">
              <a:buFontTx/>
              <a:buNone/>
              <a:defRPr/>
            </a:pPr>
            <a:r>
              <a:rPr lang="en-US" sz="2400" dirty="0">
                <a:latin typeface="Calibri" pitchFamily="34" charset="0"/>
                <a:cs typeface="Calibri" pitchFamily="34" charset="0"/>
              </a:rPr>
              <a:t>	T-Code, T-Name</a:t>
            </a:r>
          </a:p>
          <a:p>
            <a:pPr algn="just">
              <a:buFontTx/>
              <a:buNone/>
              <a:defRPr/>
            </a:pPr>
            <a:endParaRPr lang="en-US" sz="2400" dirty="0">
              <a:latin typeface="Calibri" pitchFamily="34" charset="0"/>
              <a:cs typeface="Calibri" pitchFamily="34" charset="0"/>
            </a:endParaRPr>
          </a:p>
          <a:p>
            <a:pPr algn="just">
              <a:defRPr/>
            </a:pPr>
            <a:r>
              <a:rPr lang="en-US" sz="2400" u="sng" dirty="0">
                <a:solidFill>
                  <a:schemeClr val="accent2"/>
                </a:solidFill>
                <a:latin typeface="Calibri" pitchFamily="34" charset="0"/>
                <a:cs typeface="Calibri" pitchFamily="34" charset="0"/>
              </a:rPr>
              <a:t>Patient Relation: </a:t>
            </a:r>
          </a:p>
          <a:p>
            <a:pPr algn="just">
              <a:buFontTx/>
              <a:buNone/>
              <a:defRPr/>
            </a:pPr>
            <a:r>
              <a:rPr lang="en-US" sz="2400" dirty="0">
                <a:latin typeface="Calibri" pitchFamily="34" charset="0"/>
                <a:cs typeface="Calibri" pitchFamily="34" charset="0"/>
              </a:rPr>
              <a:t>	</a:t>
            </a:r>
            <a:r>
              <a:rPr lang="en-US" sz="2400" u="sng" dirty="0" err="1">
                <a:latin typeface="Calibri" pitchFamily="34" charset="0"/>
                <a:cs typeface="Calibri" pitchFamily="34" charset="0"/>
              </a:rPr>
              <a:t>VisitNo</a:t>
            </a:r>
            <a:r>
              <a:rPr lang="en-US" sz="2400" dirty="0">
                <a:latin typeface="Calibri" pitchFamily="34" charset="0"/>
                <a:cs typeface="Calibri" pitchFamily="34" charset="0"/>
              </a:rPr>
              <a:t>, </a:t>
            </a:r>
            <a:r>
              <a:rPr lang="en-US" sz="2400" dirty="0" err="1">
                <a:latin typeface="Calibri" pitchFamily="34" charset="0"/>
                <a:cs typeface="Calibri" pitchFamily="34" charset="0"/>
              </a:rPr>
              <a:t>VisitDate</a:t>
            </a:r>
            <a:r>
              <a:rPr lang="en-US" sz="2400" dirty="0">
                <a:latin typeface="Calibri" pitchFamily="34" charset="0"/>
                <a:cs typeface="Calibri" pitchFamily="34" charset="0"/>
              </a:rPr>
              <a:t>, </a:t>
            </a:r>
            <a:r>
              <a:rPr lang="en-US" sz="2400" dirty="0" err="1">
                <a:latin typeface="Calibri" pitchFamily="34" charset="0"/>
                <a:cs typeface="Calibri" pitchFamily="34" charset="0"/>
              </a:rPr>
              <a:t>PatNo</a:t>
            </a:r>
            <a:r>
              <a:rPr lang="en-US" sz="2400" dirty="0">
                <a:latin typeface="Calibri" pitchFamily="34" charset="0"/>
                <a:cs typeface="Calibri" pitchFamily="34" charset="0"/>
              </a:rPr>
              <a:t>, </a:t>
            </a:r>
            <a:r>
              <a:rPr lang="en-US" sz="2400" dirty="0" err="1">
                <a:latin typeface="Calibri" pitchFamily="34" charset="0"/>
                <a:cs typeface="Calibri" pitchFamily="34" charset="0"/>
              </a:rPr>
              <a:t>PatName</a:t>
            </a:r>
            <a:r>
              <a:rPr lang="en-US" sz="2400" dirty="0">
                <a:latin typeface="Calibri" pitchFamily="34" charset="0"/>
                <a:cs typeface="Calibri" pitchFamily="34" charset="0"/>
              </a:rPr>
              <a:t>, </a:t>
            </a:r>
            <a:r>
              <a:rPr lang="en-US" sz="2400" dirty="0" err="1">
                <a:latin typeface="Calibri" pitchFamily="34" charset="0"/>
                <a:cs typeface="Calibri" pitchFamily="34" charset="0"/>
              </a:rPr>
              <a:t>PatAge</a:t>
            </a:r>
            <a:r>
              <a:rPr lang="en-US" sz="2400" dirty="0">
                <a:latin typeface="Calibri" pitchFamily="34" charset="0"/>
                <a:cs typeface="Calibri" pitchFamily="34" charset="0"/>
              </a:rPr>
              <a:t>, </a:t>
            </a:r>
            <a:r>
              <a:rPr lang="en-US" sz="2400" dirty="0" err="1">
                <a:latin typeface="Calibri" pitchFamily="34" charset="0"/>
                <a:cs typeface="Calibri" pitchFamily="34" charset="0"/>
              </a:rPr>
              <a:t>DNo</a:t>
            </a:r>
            <a:r>
              <a:rPr lang="en-US" sz="2400" dirty="0">
                <a:latin typeface="Calibri" pitchFamily="34" charset="0"/>
                <a:cs typeface="Calibri" pitchFamily="34" charset="0"/>
              </a:rPr>
              <a:t>, </a:t>
            </a:r>
            <a:r>
              <a:rPr lang="en-US" sz="2400" dirty="0" err="1">
                <a:latin typeface="Calibri" pitchFamily="34" charset="0"/>
                <a:cs typeface="Calibri" pitchFamily="34" charset="0"/>
              </a:rPr>
              <a:t>DName</a:t>
            </a:r>
            <a:r>
              <a:rPr lang="en-US" sz="2400" dirty="0">
                <a:latin typeface="Calibri" pitchFamily="34" charset="0"/>
                <a:cs typeface="Calibri" pitchFamily="34" charset="0"/>
              </a:rPr>
              <a:t>, </a:t>
            </a:r>
            <a:r>
              <a:rPr lang="en-US" sz="2400" dirty="0" err="1">
                <a:latin typeface="Calibri" pitchFamily="34" charset="0"/>
                <a:cs typeface="Calibri" pitchFamily="34" charset="0"/>
              </a:rPr>
              <a:t>DSpeciality</a:t>
            </a:r>
            <a:r>
              <a:rPr lang="en-US" sz="2400" dirty="0">
                <a:latin typeface="Calibri" pitchFamily="34" charset="0"/>
                <a:cs typeface="Calibri" pitchFamily="34" charset="0"/>
              </a:rPr>
              <a:t>, Diagnosis</a:t>
            </a:r>
          </a:p>
          <a:p>
            <a:pPr marL="609600" indent="-609600" algn="just">
              <a:buFontTx/>
              <a:buNone/>
              <a:defRPr/>
            </a:pPr>
            <a:endParaRPr lang="en-US" sz="2400" dirty="0">
              <a:latin typeface="Calibri" pitchFamily="34" charset="0"/>
              <a:cs typeface="Calibri" pitchFamily="34" charset="0"/>
            </a:endParaRPr>
          </a:p>
        </p:txBody>
      </p:sp>
    </p:spTree>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a:extLst>
              <a:ext uri="{FF2B5EF4-FFF2-40B4-BE49-F238E27FC236}">
                <a16:creationId xmlns:a16="http://schemas.microsoft.com/office/drawing/2014/main" id="{196C5D78-1B43-6AFE-EEA6-DA02237C0B11}"/>
              </a:ext>
            </a:extLst>
          </p:cNvPr>
          <p:cNvSpPr>
            <a:spLocks noGrp="1" noChangeArrowheads="1"/>
          </p:cNvSpPr>
          <p:nvPr>
            <p:ph type="title"/>
          </p:nvPr>
        </p:nvSpPr>
        <p:spPr>
          <a:xfrm>
            <a:off x="323850" y="620713"/>
            <a:ext cx="6048375" cy="504825"/>
          </a:xfrm>
          <a:noFill/>
        </p:spPr>
        <p:txBody>
          <a:bodyPr/>
          <a:lstStyle/>
          <a:p>
            <a:r>
              <a:rPr lang="en-US" altLang="en-US" sz="2800" b="1">
                <a:solidFill>
                  <a:srgbClr val="800000"/>
                </a:solidFill>
              </a:rPr>
              <a:t>Boyce-Codd Normal Form (BCNF)  </a:t>
            </a:r>
          </a:p>
        </p:txBody>
      </p:sp>
      <p:sp>
        <p:nvSpPr>
          <p:cNvPr id="20483" name="Rectangle 3">
            <a:extLst>
              <a:ext uri="{FF2B5EF4-FFF2-40B4-BE49-F238E27FC236}">
                <a16:creationId xmlns:a16="http://schemas.microsoft.com/office/drawing/2014/main" id="{F39349A7-6657-3C3B-8A74-D350897AD8FE}"/>
              </a:ext>
            </a:extLst>
          </p:cNvPr>
          <p:cNvSpPr>
            <a:spLocks noGrp="1" noChangeArrowheads="1"/>
          </p:cNvSpPr>
          <p:nvPr>
            <p:ph type="body" idx="1"/>
          </p:nvPr>
        </p:nvSpPr>
        <p:spPr>
          <a:xfrm>
            <a:off x="323850" y="1287463"/>
            <a:ext cx="8497888" cy="5165725"/>
          </a:xfrm>
        </p:spPr>
        <p:txBody>
          <a:bodyPr/>
          <a:lstStyle/>
          <a:p>
            <a:pPr algn="just">
              <a:defRPr/>
            </a:pPr>
            <a:r>
              <a:rPr lang="en-US" sz="2400" dirty="0">
                <a:latin typeface="Calibri" pitchFamily="34" charset="0"/>
              </a:rPr>
              <a:t>A relation is said to be in BCNF, iff every determinant is a candidate key or there is no overlapping of candidate keys. </a:t>
            </a:r>
          </a:p>
          <a:p>
            <a:pPr algn="just">
              <a:defRPr/>
            </a:pPr>
            <a:r>
              <a:rPr lang="en-US" sz="2400" dirty="0">
                <a:latin typeface="Calibri" pitchFamily="34" charset="0"/>
              </a:rPr>
              <a:t>Whenever </a:t>
            </a:r>
            <a:r>
              <a:rPr lang="en-US" sz="2400" dirty="0">
                <a:solidFill>
                  <a:srgbClr val="FF0000"/>
                </a:solidFill>
                <a:latin typeface="Calibri" pitchFamily="34" charset="0"/>
              </a:rPr>
              <a:t>X</a:t>
            </a:r>
            <a:r>
              <a:rPr lang="en-US" sz="2400" dirty="0">
                <a:solidFill>
                  <a:srgbClr val="FF0000"/>
                </a:solidFill>
                <a:latin typeface="Calibri" pitchFamily="34" charset="0"/>
                <a:sym typeface="Wingdings" panose="05000000000000000000" pitchFamily="2" charset="2"/>
              </a:rPr>
              <a:t></a:t>
            </a:r>
            <a:r>
              <a:rPr lang="en-US" sz="2400" dirty="0">
                <a:solidFill>
                  <a:srgbClr val="FF0000"/>
                </a:solidFill>
                <a:latin typeface="Calibri" pitchFamily="34" charset="0"/>
              </a:rPr>
              <a:t>A</a:t>
            </a:r>
            <a:r>
              <a:rPr lang="en-US" sz="2400" dirty="0">
                <a:latin typeface="Calibri" pitchFamily="34" charset="0"/>
              </a:rPr>
              <a:t> exists, then X is a super key.  </a:t>
            </a:r>
          </a:p>
          <a:p>
            <a:pPr algn="just">
              <a:defRPr/>
            </a:pPr>
            <a:r>
              <a:rPr lang="en-US" sz="2400" dirty="0">
                <a:latin typeface="Calibri" pitchFamily="34" charset="0"/>
              </a:rPr>
              <a:t>BCNF and 3NF are equivalent when the candidate keys of a table are atomic. </a:t>
            </a:r>
          </a:p>
          <a:p>
            <a:pPr algn="just">
              <a:defRPr/>
            </a:pPr>
            <a:r>
              <a:rPr lang="en-US" sz="2400" dirty="0">
                <a:latin typeface="Calibri" pitchFamily="34" charset="0"/>
              </a:rPr>
              <a:t>BCNF differs from the 3NF only when there are more than one overlapping candidate keys. </a:t>
            </a:r>
          </a:p>
          <a:p>
            <a:pPr algn="just">
              <a:defRPr/>
            </a:pPr>
            <a:r>
              <a:rPr lang="en-US" sz="2400" dirty="0">
                <a:latin typeface="Calibri" pitchFamily="34" charset="0"/>
              </a:rPr>
              <a:t>A 3NF relation is not in BCNF and this happens only if</a:t>
            </a:r>
          </a:p>
          <a:p>
            <a:pPr lvl="1" algn="just">
              <a:defRPr/>
            </a:pPr>
            <a:r>
              <a:rPr lang="en-US" dirty="0">
                <a:solidFill>
                  <a:schemeClr val="accent6"/>
                </a:solidFill>
                <a:latin typeface="Calibri" pitchFamily="34" charset="0"/>
              </a:rPr>
              <a:t>the candidate keys in the relation are composite keys</a:t>
            </a:r>
          </a:p>
          <a:p>
            <a:pPr lvl="1" algn="just">
              <a:defRPr/>
            </a:pPr>
            <a:r>
              <a:rPr lang="en-US" dirty="0">
                <a:solidFill>
                  <a:schemeClr val="accent6"/>
                </a:solidFill>
                <a:latin typeface="Calibri" pitchFamily="34" charset="0"/>
              </a:rPr>
              <a:t>there is more than one candidate key in the relation, and</a:t>
            </a:r>
          </a:p>
          <a:p>
            <a:pPr lvl="1" algn="just">
              <a:defRPr/>
            </a:pPr>
            <a:r>
              <a:rPr lang="en-US" dirty="0">
                <a:solidFill>
                  <a:schemeClr val="accent6"/>
                </a:solidFill>
                <a:latin typeface="Calibri" pitchFamily="34" charset="0"/>
              </a:rPr>
              <a:t>the keys are not disjoint, that is, some attributes in the keys are common</a:t>
            </a:r>
            <a:endParaRPr lang="en-US" dirty="0">
              <a:latin typeface="Calibri" pitchFamily="34" charset="0"/>
            </a:endParaRPr>
          </a:p>
        </p:txBody>
      </p:sp>
    </p:spTree>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a:extLst>
              <a:ext uri="{FF2B5EF4-FFF2-40B4-BE49-F238E27FC236}">
                <a16:creationId xmlns:a16="http://schemas.microsoft.com/office/drawing/2014/main" id="{1E0F3446-B325-EF1E-674C-852ED77A3048}"/>
              </a:ext>
            </a:extLst>
          </p:cNvPr>
          <p:cNvSpPr>
            <a:spLocks noGrp="1" noChangeArrowheads="1"/>
          </p:cNvSpPr>
          <p:nvPr>
            <p:ph type="title"/>
          </p:nvPr>
        </p:nvSpPr>
        <p:spPr>
          <a:xfrm>
            <a:off x="323850" y="620713"/>
            <a:ext cx="6048375" cy="504825"/>
          </a:xfrm>
          <a:noFill/>
        </p:spPr>
        <p:txBody>
          <a:bodyPr/>
          <a:lstStyle/>
          <a:p>
            <a:r>
              <a:rPr lang="en-US" altLang="en-US" sz="2800" b="1">
                <a:solidFill>
                  <a:srgbClr val="800000"/>
                </a:solidFill>
              </a:rPr>
              <a:t>Boyce-Codd Normal Form (BCNF)  </a:t>
            </a:r>
          </a:p>
        </p:txBody>
      </p:sp>
      <p:sp>
        <p:nvSpPr>
          <p:cNvPr id="20483" name="Rectangle 3">
            <a:extLst>
              <a:ext uri="{FF2B5EF4-FFF2-40B4-BE49-F238E27FC236}">
                <a16:creationId xmlns:a16="http://schemas.microsoft.com/office/drawing/2014/main" id="{6772ECD4-576C-8257-C2D2-8D98BE64A1DE}"/>
              </a:ext>
            </a:extLst>
          </p:cNvPr>
          <p:cNvSpPr>
            <a:spLocks noGrp="1" noChangeArrowheads="1"/>
          </p:cNvSpPr>
          <p:nvPr>
            <p:ph type="body" idx="1"/>
          </p:nvPr>
        </p:nvSpPr>
        <p:spPr>
          <a:xfrm>
            <a:off x="323850" y="1287463"/>
            <a:ext cx="8497888" cy="5165725"/>
          </a:xfrm>
        </p:spPr>
        <p:txBody>
          <a:bodyPr/>
          <a:lstStyle/>
          <a:p>
            <a:pPr algn="just">
              <a:defRPr/>
            </a:pPr>
            <a:r>
              <a:rPr lang="en-US" sz="2400" dirty="0">
                <a:latin typeface="Calibri" pitchFamily="34" charset="0"/>
              </a:rPr>
              <a:t>Consider a relation R(A, B, C, D) such that </a:t>
            </a:r>
          </a:p>
          <a:p>
            <a:pPr algn="just">
              <a:buFontTx/>
              <a:buNone/>
              <a:defRPr/>
            </a:pPr>
            <a:r>
              <a:rPr lang="en-US" sz="2400" dirty="0">
                <a:latin typeface="Calibri" pitchFamily="34" charset="0"/>
              </a:rPr>
              <a:t>	</a:t>
            </a:r>
            <a:r>
              <a:rPr lang="en-US" sz="2400" dirty="0">
                <a:solidFill>
                  <a:schemeClr val="accent2"/>
                </a:solidFill>
                <a:latin typeface="Calibri" pitchFamily="34" charset="0"/>
              </a:rPr>
              <a:t>AB -&gt; CD and C -&gt; B</a:t>
            </a:r>
          </a:p>
          <a:p>
            <a:pPr algn="just">
              <a:defRPr/>
            </a:pPr>
            <a:r>
              <a:rPr lang="en-US" sz="2400" dirty="0">
                <a:latin typeface="Calibri" pitchFamily="34" charset="0"/>
              </a:rPr>
              <a:t>The relation R has no partial dependency nor it contains transitive dependency. Thus the relation R is in 3NF. </a:t>
            </a:r>
          </a:p>
          <a:p>
            <a:pPr algn="just">
              <a:defRPr/>
            </a:pPr>
            <a:r>
              <a:rPr lang="en-US" sz="2400" dirty="0">
                <a:latin typeface="Calibri" pitchFamily="34" charset="0"/>
              </a:rPr>
              <a:t>According to the </a:t>
            </a:r>
            <a:r>
              <a:rPr lang="en-US" sz="2400" dirty="0">
                <a:solidFill>
                  <a:schemeClr val="accent6"/>
                </a:solidFill>
                <a:latin typeface="Calibri" pitchFamily="34" charset="0"/>
              </a:rPr>
              <a:t>Pseudo transitivity principle,  </a:t>
            </a:r>
            <a:r>
              <a:rPr lang="en-US" sz="2400" dirty="0">
                <a:latin typeface="Calibri" pitchFamily="34" charset="0"/>
              </a:rPr>
              <a:t>we can have a dependency AC → BD </a:t>
            </a:r>
          </a:p>
          <a:p>
            <a:pPr algn="just">
              <a:defRPr/>
            </a:pPr>
            <a:r>
              <a:rPr lang="en-US" sz="2400" dirty="0">
                <a:latin typeface="Calibri" pitchFamily="34" charset="0"/>
              </a:rPr>
              <a:t>Since C → B, so we now have Partial Functional Dependency. Accordingly, we decompose the relation as:</a:t>
            </a:r>
          </a:p>
          <a:p>
            <a:pPr algn="just">
              <a:defRPr/>
            </a:pPr>
            <a:r>
              <a:rPr lang="en-US" sz="2400" dirty="0">
                <a:latin typeface="Calibri" pitchFamily="34" charset="0"/>
              </a:rPr>
              <a:t>R1 ( A, C, D) and </a:t>
            </a:r>
          </a:p>
          <a:p>
            <a:pPr algn="just">
              <a:defRPr/>
            </a:pPr>
            <a:r>
              <a:rPr lang="en-US" sz="2400" dirty="0">
                <a:latin typeface="Calibri" pitchFamily="34" charset="0"/>
              </a:rPr>
              <a:t>R2 (C, B)</a:t>
            </a:r>
          </a:p>
          <a:p>
            <a:pPr marL="609600" indent="-609600" algn="just">
              <a:defRPr/>
            </a:pPr>
            <a:endParaRPr lang="en-US" sz="2400" dirty="0">
              <a:solidFill>
                <a:schemeClr val="accent6"/>
              </a:solidFill>
              <a:latin typeface="Calibri" pitchFamily="34" charset="0"/>
            </a:endParaRPr>
          </a:p>
          <a:p>
            <a:pPr marL="609600" indent="-609600" algn="just">
              <a:defRPr/>
            </a:pPr>
            <a:endParaRPr lang="en-US" sz="2400" dirty="0">
              <a:latin typeface="Calibri" pitchFamily="34" charset="0"/>
            </a:endParaRPr>
          </a:p>
        </p:txBody>
      </p:sp>
    </p:spTree>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a:extLst>
              <a:ext uri="{FF2B5EF4-FFF2-40B4-BE49-F238E27FC236}">
                <a16:creationId xmlns:a16="http://schemas.microsoft.com/office/drawing/2014/main" id="{40563E1F-3E7A-C956-E138-4F34F5AC7A26}"/>
              </a:ext>
            </a:extLst>
          </p:cNvPr>
          <p:cNvSpPr>
            <a:spLocks noGrp="1" noChangeArrowheads="1"/>
          </p:cNvSpPr>
          <p:nvPr>
            <p:ph type="title"/>
          </p:nvPr>
        </p:nvSpPr>
        <p:spPr>
          <a:xfrm>
            <a:off x="323850" y="620713"/>
            <a:ext cx="6048375" cy="504825"/>
          </a:xfrm>
          <a:noFill/>
        </p:spPr>
        <p:txBody>
          <a:bodyPr/>
          <a:lstStyle/>
          <a:p>
            <a:r>
              <a:rPr lang="en-US" altLang="en-US" sz="2800" b="1">
                <a:solidFill>
                  <a:srgbClr val="800000"/>
                </a:solidFill>
              </a:rPr>
              <a:t>Boyce-Codd Normal Form (BCNF)  </a:t>
            </a:r>
          </a:p>
        </p:txBody>
      </p:sp>
      <p:pic>
        <p:nvPicPr>
          <p:cNvPr id="34819" name="Picture 4">
            <a:extLst>
              <a:ext uri="{FF2B5EF4-FFF2-40B4-BE49-F238E27FC236}">
                <a16:creationId xmlns:a16="http://schemas.microsoft.com/office/drawing/2014/main" id="{165B5505-603C-3D82-9B0E-B4DEC85E97F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5650" y="1346200"/>
            <a:ext cx="7467600" cy="5106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a:extLst>
              <a:ext uri="{FF2B5EF4-FFF2-40B4-BE49-F238E27FC236}">
                <a16:creationId xmlns:a16="http://schemas.microsoft.com/office/drawing/2014/main" id="{F187CB8F-3A52-36CE-22D1-DC2D7DA245A1}"/>
              </a:ext>
            </a:extLst>
          </p:cNvPr>
          <p:cNvSpPr>
            <a:spLocks noGrp="1" noChangeArrowheads="1"/>
          </p:cNvSpPr>
          <p:nvPr>
            <p:ph type="title"/>
          </p:nvPr>
        </p:nvSpPr>
        <p:spPr>
          <a:xfrm>
            <a:off x="323850" y="620713"/>
            <a:ext cx="6048375" cy="504825"/>
          </a:xfrm>
          <a:noFill/>
        </p:spPr>
        <p:txBody>
          <a:bodyPr/>
          <a:lstStyle/>
          <a:p>
            <a:r>
              <a:rPr lang="en-US" altLang="en-US" sz="2800" b="1">
                <a:solidFill>
                  <a:srgbClr val="800000"/>
                </a:solidFill>
              </a:rPr>
              <a:t>Boyce-Codd Normal Form (BCNF)  </a:t>
            </a:r>
          </a:p>
        </p:txBody>
      </p:sp>
      <p:sp>
        <p:nvSpPr>
          <p:cNvPr id="26627" name="Rectangle 3">
            <a:extLst>
              <a:ext uri="{FF2B5EF4-FFF2-40B4-BE49-F238E27FC236}">
                <a16:creationId xmlns:a16="http://schemas.microsoft.com/office/drawing/2014/main" id="{ABFC054B-2405-5CDD-D908-293CDD03D9A0}"/>
              </a:ext>
            </a:extLst>
          </p:cNvPr>
          <p:cNvSpPr>
            <a:spLocks noGrp="1" noChangeArrowheads="1"/>
          </p:cNvSpPr>
          <p:nvPr>
            <p:ph type="body" idx="1"/>
          </p:nvPr>
        </p:nvSpPr>
        <p:spPr>
          <a:xfrm>
            <a:off x="323850" y="1192213"/>
            <a:ext cx="8677275" cy="5308600"/>
          </a:xfrm>
        </p:spPr>
        <p:txBody>
          <a:bodyPr/>
          <a:lstStyle/>
          <a:p>
            <a:pPr>
              <a:defRPr/>
            </a:pPr>
            <a:r>
              <a:rPr lang="en-US" sz="2000" dirty="0">
                <a:latin typeface="Calibri" pitchFamily="34" charset="0"/>
              </a:rPr>
              <a:t>Consider the following relation: </a:t>
            </a:r>
          </a:p>
          <a:p>
            <a:pPr>
              <a:buFontTx/>
              <a:buNone/>
              <a:defRPr/>
            </a:pPr>
            <a:r>
              <a:rPr lang="en-US" sz="2000" dirty="0">
                <a:latin typeface="Calibri" pitchFamily="34" charset="0"/>
              </a:rPr>
              <a:t>	PROJECT (</a:t>
            </a:r>
            <a:r>
              <a:rPr lang="en-US" sz="2000" u="sng" dirty="0" err="1">
                <a:latin typeface="Calibri" pitchFamily="34" charset="0"/>
              </a:rPr>
              <a:t>RegNo</a:t>
            </a:r>
            <a:r>
              <a:rPr lang="en-US" sz="2000" u="sng" dirty="0">
                <a:latin typeface="Calibri" pitchFamily="34" charset="0"/>
              </a:rPr>
              <a:t>, </a:t>
            </a:r>
            <a:r>
              <a:rPr lang="en-US" sz="2000" u="sng" dirty="0" err="1">
                <a:latin typeface="Calibri" pitchFamily="34" charset="0"/>
              </a:rPr>
              <a:t>ProjModule</a:t>
            </a:r>
            <a:r>
              <a:rPr lang="en-US" sz="2000" dirty="0">
                <a:latin typeface="Calibri" pitchFamily="34" charset="0"/>
              </a:rPr>
              <a:t>, </a:t>
            </a:r>
            <a:r>
              <a:rPr lang="en-US" sz="2000" dirty="0" err="1">
                <a:latin typeface="Calibri" pitchFamily="34" charset="0"/>
              </a:rPr>
              <a:t>Supervisor,ModuleGrade</a:t>
            </a:r>
            <a:r>
              <a:rPr lang="en-US" sz="2000" dirty="0">
                <a:latin typeface="Calibri" pitchFamily="34" charset="0"/>
              </a:rPr>
              <a:t>)</a:t>
            </a:r>
          </a:p>
          <a:p>
            <a:pPr>
              <a:buFontTx/>
              <a:buNone/>
              <a:defRPr/>
            </a:pPr>
            <a:r>
              <a:rPr lang="en-US" sz="2000" u="sng" dirty="0">
                <a:solidFill>
                  <a:schemeClr val="accent2"/>
                </a:solidFill>
                <a:latin typeface="Calibri" pitchFamily="34" charset="0"/>
              </a:rPr>
              <a:t>Constraints:</a:t>
            </a:r>
          </a:p>
          <a:p>
            <a:pPr>
              <a:buFontTx/>
              <a:buAutoNum type="arabicPeriod"/>
              <a:defRPr/>
            </a:pPr>
            <a:r>
              <a:rPr lang="en-US" sz="2000" dirty="0">
                <a:solidFill>
                  <a:schemeClr val="accent2"/>
                </a:solidFill>
                <a:latin typeface="Calibri" pitchFamily="34" charset="0"/>
              </a:rPr>
              <a:t>A project consists of multiple modules (</a:t>
            </a:r>
            <a:r>
              <a:rPr lang="en-US" sz="2000" dirty="0" err="1">
                <a:solidFill>
                  <a:schemeClr val="accent2"/>
                </a:solidFill>
                <a:latin typeface="Calibri" pitchFamily="34" charset="0"/>
              </a:rPr>
              <a:t>ProjModule</a:t>
            </a:r>
            <a:r>
              <a:rPr lang="en-US" sz="2000" dirty="0">
                <a:solidFill>
                  <a:schemeClr val="accent2"/>
                </a:solidFill>
                <a:latin typeface="Calibri" pitchFamily="34" charset="0"/>
              </a:rPr>
              <a:t>). </a:t>
            </a:r>
          </a:p>
          <a:p>
            <a:pPr>
              <a:buFontTx/>
              <a:buAutoNum type="arabicPeriod"/>
              <a:defRPr/>
            </a:pPr>
            <a:r>
              <a:rPr lang="en-US" sz="2000" dirty="0">
                <a:solidFill>
                  <a:schemeClr val="accent2"/>
                </a:solidFill>
                <a:latin typeface="Calibri" pitchFamily="34" charset="0"/>
              </a:rPr>
              <a:t>For each module, a student has only one supervisor. </a:t>
            </a:r>
          </a:p>
          <a:p>
            <a:pPr>
              <a:buFontTx/>
              <a:buAutoNum type="arabicPeriod"/>
              <a:defRPr/>
            </a:pPr>
            <a:r>
              <a:rPr lang="en-US" sz="2000" dirty="0">
                <a:solidFill>
                  <a:schemeClr val="accent2"/>
                </a:solidFill>
                <a:latin typeface="Calibri" pitchFamily="34" charset="0"/>
              </a:rPr>
              <a:t>Each supervisor can supervise only module. </a:t>
            </a:r>
          </a:p>
          <a:p>
            <a:pPr>
              <a:defRPr/>
            </a:pPr>
            <a:r>
              <a:rPr lang="en-US" sz="2000" dirty="0">
                <a:latin typeface="Calibri" pitchFamily="34" charset="0"/>
              </a:rPr>
              <a:t>In the above relation, no single attribute is a PK.</a:t>
            </a:r>
          </a:p>
          <a:p>
            <a:pPr>
              <a:defRPr/>
            </a:pPr>
            <a:r>
              <a:rPr lang="en-US" sz="2000" dirty="0">
                <a:latin typeface="Calibri" pitchFamily="34" charset="0"/>
              </a:rPr>
              <a:t>Possible candidate keys are </a:t>
            </a:r>
            <a:r>
              <a:rPr lang="en-US" sz="2000" dirty="0" err="1">
                <a:latin typeface="Calibri" pitchFamily="34" charset="0"/>
              </a:rPr>
              <a:t>RegNo</a:t>
            </a:r>
            <a:r>
              <a:rPr lang="en-US" sz="2000" dirty="0">
                <a:latin typeface="Calibri" pitchFamily="34" charset="0"/>
              </a:rPr>
              <a:t>, </a:t>
            </a:r>
            <a:r>
              <a:rPr lang="en-US" sz="2000" dirty="0" err="1">
                <a:latin typeface="Calibri" pitchFamily="34" charset="0"/>
              </a:rPr>
              <a:t>ProjModule</a:t>
            </a:r>
            <a:r>
              <a:rPr lang="en-US" sz="2000" dirty="0">
                <a:latin typeface="Calibri" pitchFamily="34" charset="0"/>
              </a:rPr>
              <a:t> and </a:t>
            </a:r>
            <a:r>
              <a:rPr lang="en-US" sz="2000" dirty="0" err="1">
                <a:latin typeface="Calibri" pitchFamily="34" charset="0"/>
              </a:rPr>
              <a:t>RegNo</a:t>
            </a:r>
            <a:r>
              <a:rPr lang="en-US" sz="2000" dirty="0">
                <a:latin typeface="Calibri" pitchFamily="34" charset="0"/>
              </a:rPr>
              <a:t>, Supervisor. </a:t>
            </a:r>
          </a:p>
          <a:p>
            <a:pPr>
              <a:defRPr/>
            </a:pPr>
            <a:r>
              <a:rPr lang="en-US" sz="2000" dirty="0">
                <a:latin typeface="Calibri" pitchFamily="34" charset="0"/>
              </a:rPr>
              <a:t>The candidate keys overlap as they share </a:t>
            </a:r>
            <a:r>
              <a:rPr lang="en-US" sz="2000" dirty="0" err="1">
                <a:latin typeface="Calibri" pitchFamily="34" charset="0"/>
              </a:rPr>
              <a:t>RegNo</a:t>
            </a:r>
            <a:r>
              <a:rPr lang="en-US" sz="2000" dirty="0">
                <a:latin typeface="Calibri" pitchFamily="34" charset="0"/>
              </a:rPr>
              <a:t>.</a:t>
            </a:r>
          </a:p>
          <a:p>
            <a:pPr>
              <a:defRPr/>
            </a:pPr>
            <a:r>
              <a:rPr lang="en-US" sz="2000" dirty="0">
                <a:latin typeface="Calibri" pitchFamily="34" charset="0"/>
              </a:rPr>
              <a:t>The functional dependencies are:</a:t>
            </a:r>
          </a:p>
          <a:p>
            <a:pPr>
              <a:buFontTx/>
              <a:buNone/>
              <a:defRPr/>
            </a:pPr>
            <a:r>
              <a:rPr lang="en-US" sz="2000" dirty="0">
                <a:latin typeface="Calibri" pitchFamily="34" charset="0"/>
              </a:rPr>
              <a:t>	</a:t>
            </a:r>
            <a:r>
              <a:rPr lang="en-US" sz="2000" dirty="0" err="1">
                <a:solidFill>
                  <a:srgbClr val="FF0000"/>
                </a:solidFill>
                <a:latin typeface="Calibri" pitchFamily="34" charset="0"/>
              </a:rPr>
              <a:t>RegNo</a:t>
            </a:r>
            <a:r>
              <a:rPr lang="en-US" sz="2000" dirty="0">
                <a:solidFill>
                  <a:srgbClr val="FF0000"/>
                </a:solidFill>
                <a:latin typeface="Calibri" pitchFamily="34" charset="0"/>
              </a:rPr>
              <a:t>, </a:t>
            </a:r>
            <a:r>
              <a:rPr lang="en-US" sz="2000" dirty="0" err="1">
                <a:solidFill>
                  <a:srgbClr val="FF0000"/>
                </a:solidFill>
                <a:latin typeface="Calibri" pitchFamily="34" charset="0"/>
              </a:rPr>
              <a:t>ProjModule</a:t>
            </a:r>
            <a:r>
              <a:rPr lang="en-US" sz="2000" dirty="0">
                <a:solidFill>
                  <a:srgbClr val="FF0000"/>
                </a:solidFill>
                <a:latin typeface="Calibri" pitchFamily="34" charset="0"/>
              </a:rPr>
              <a:t>  -&gt; Supervisor, </a:t>
            </a:r>
            <a:r>
              <a:rPr lang="en-US" sz="2000" dirty="0" err="1">
                <a:solidFill>
                  <a:srgbClr val="FF0000"/>
                </a:solidFill>
                <a:latin typeface="Calibri" pitchFamily="34" charset="0"/>
              </a:rPr>
              <a:t>ModuleGrade</a:t>
            </a:r>
            <a:endParaRPr lang="en-US" sz="2000" dirty="0">
              <a:solidFill>
                <a:srgbClr val="FF0000"/>
              </a:solidFill>
              <a:latin typeface="Calibri" pitchFamily="34" charset="0"/>
            </a:endParaRPr>
          </a:p>
          <a:p>
            <a:pPr>
              <a:buFontTx/>
              <a:buNone/>
              <a:defRPr/>
            </a:pPr>
            <a:r>
              <a:rPr lang="en-US" sz="2000" dirty="0">
                <a:solidFill>
                  <a:srgbClr val="FF0000"/>
                </a:solidFill>
                <a:latin typeface="Calibri" pitchFamily="34" charset="0"/>
              </a:rPr>
              <a:t>	Supervisor -&gt; </a:t>
            </a:r>
            <a:r>
              <a:rPr lang="en-US" sz="2000" dirty="0" err="1">
                <a:solidFill>
                  <a:srgbClr val="FF0000"/>
                </a:solidFill>
                <a:latin typeface="Calibri" pitchFamily="34" charset="0"/>
              </a:rPr>
              <a:t>ProjModule</a:t>
            </a:r>
            <a:endParaRPr lang="en-US" sz="2000" dirty="0">
              <a:solidFill>
                <a:srgbClr val="FF0000"/>
              </a:solidFill>
              <a:latin typeface="Calibri" pitchFamily="34" charset="0"/>
            </a:endParaRPr>
          </a:p>
          <a:p>
            <a:pPr>
              <a:defRPr/>
            </a:pPr>
            <a:r>
              <a:rPr lang="en-US" sz="2000" dirty="0">
                <a:latin typeface="Calibri" pitchFamily="34" charset="0"/>
              </a:rPr>
              <a:t>The anomalies result from the fact that there is a determinant (Supervisor) that is not a candidate key in the relation. </a:t>
            </a:r>
          </a:p>
          <a:p>
            <a:pPr marL="609600" indent="-609600">
              <a:defRPr/>
            </a:pPr>
            <a:endParaRPr lang="en-US" sz="2000" dirty="0">
              <a:latin typeface="Calibri" pitchFamily="34" charset="0"/>
            </a:endParaRPr>
          </a:p>
        </p:txBody>
      </p:sp>
    </p:spTree>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a:extLst>
              <a:ext uri="{FF2B5EF4-FFF2-40B4-BE49-F238E27FC236}">
                <a16:creationId xmlns:a16="http://schemas.microsoft.com/office/drawing/2014/main" id="{C38E6444-A922-265C-D136-033D5315FA51}"/>
              </a:ext>
            </a:extLst>
          </p:cNvPr>
          <p:cNvSpPr>
            <a:spLocks noGrp="1" noChangeArrowheads="1"/>
          </p:cNvSpPr>
          <p:nvPr>
            <p:ph type="title"/>
          </p:nvPr>
        </p:nvSpPr>
        <p:spPr>
          <a:xfrm>
            <a:off x="323850" y="620713"/>
            <a:ext cx="6048375" cy="504825"/>
          </a:xfrm>
          <a:noFill/>
        </p:spPr>
        <p:txBody>
          <a:bodyPr/>
          <a:lstStyle/>
          <a:p>
            <a:r>
              <a:rPr lang="en-US" altLang="en-US" sz="2800" b="1">
                <a:solidFill>
                  <a:srgbClr val="800000"/>
                </a:solidFill>
              </a:rPr>
              <a:t>Boyce-Codd Normal Form (BCNF)  </a:t>
            </a:r>
          </a:p>
        </p:txBody>
      </p:sp>
      <p:sp>
        <p:nvSpPr>
          <p:cNvPr id="27651" name="Rectangle 3">
            <a:extLst>
              <a:ext uri="{FF2B5EF4-FFF2-40B4-BE49-F238E27FC236}">
                <a16:creationId xmlns:a16="http://schemas.microsoft.com/office/drawing/2014/main" id="{40012B71-7FD5-D844-2A04-F8A54EBCF85B}"/>
              </a:ext>
            </a:extLst>
          </p:cNvPr>
          <p:cNvSpPr>
            <a:spLocks noGrp="1" noChangeArrowheads="1"/>
          </p:cNvSpPr>
          <p:nvPr>
            <p:ph type="body" idx="1"/>
          </p:nvPr>
        </p:nvSpPr>
        <p:spPr>
          <a:xfrm>
            <a:off x="323850" y="1287463"/>
            <a:ext cx="8497888" cy="5165725"/>
          </a:xfrm>
        </p:spPr>
        <p:txBody>
          <a:bodyPr/>
          <a:lstStyle/>
          <a:p>
            <a:pPr>
              <a:defRPr/>
            </a:pPr>
            <a:r>
              <a:rPr lang="en-US" sz="2400" dirty="0">
                <a:latin typeface="Calibri" pitchFamily="34" charset="0"/>
              </a:rPr>
              <a:t>The Anomalies associated with the course relation are: </a:t>
            </a:r>
          </a:p>
          <a:p>
            <a:pPr>
              <a:buFontTx/>
              <a:buAutoNum type="alphaLcParenR"/>
              <a:defRPr/>
            </a:pPr>
            <a:r>
              <a:rPr lang="en-US" sz="2400" dirty="0">
                <a:solidFill>
                  <a:schemeClr val="accent2"/>
                </a:solidFill>
                <a:latin typeface="Calibri" pitchFamily="34" charset="0"/>
              </a:rPr>
              <a:t>Insert Anomaly:</a:t>
            </a:r>
            <a:r>
              <a:rPr lang="en-US" sz="2400" dirty="0">
                <a:latin typeface="Calibri" pitchFamily="34" charset="0"/>
              </a:rPr>
              <a:t> </a:t>
            </a:r>
          </a:p>
          <a:p>
            <a:pPr>
              <a:defRPr/>
            </a:pPr>
            <a:r>
              <a:rPr lang="en-US" sz="2400" dirty="0">
                <a:latin typeface="Calibri" pitchFamily="34" charset="0"/>
              </a:rPr>
              <a:t>Supervisor and </a:t>
            </a:r>
            <a:r>
              <a:rPr lang="en-US" sz="2400" dirty="0" err="1">
                <a:latin typeface="Calibri" pitchFamily="34" charset="0"/>
              </a:rPr>
              <a:t>PTool</a:t>
            </a:r>
            <a:r>
              <a:rPr lang="en-US" sz="2400" dirty="0">
                <a:latin typeface="Calibri" pitchFamily="34" charset="0"/>
              </a:rPr>
              <a:t> cant be defined unless a student takes a project. </a:t>
            </a:r>
          </a:p>
          <a:p>
            <a:pPr>
              <a:buFontTx/>
              <a:buNone/>
              <a:defRPr/>
            </a:pPr>
            <a:r>
              <a:rPr lang="en-US" sz="2400" dirty="0">
                <a:solidFill>
                  <a:schemeClr val="accent2"/>
                </a:solidFill>
                <a:latin typeface="Calibri" pitchFamily="34" charset="0"/>
              </a:rPr>
              <a:t>b) Delete Anomaly.</a:t>
            </a:r>
          </a:p>
          <a:p>
            <a:pPr>
              <a:defRPr/>
            </a:pPr>
            <a:r>
              <a:rPr lang="en-US" sz="2400" dirty="0">
                <a:latin typeface="Calibri" pitchFamily="34" charset="0"/>
              </a:rPr>
              <a:t>Deleting a student will unnecessarily delete project data.</a:t>
            </a:r>
          </a:p>
          <a:p>
            <a:pPr>
              <a:buFontTx/>
              <a:buNone/>
              <a:defRPr/>
            </a:pPr>
            <a:r>
              <a:rPr lang="en-US" sz="2400" dirty="0">
                <a:solidFill>
                  <a:schemeClr val="accent2"/>
                </a:solidFill>
                <a:latin typeface="Calibri" pitchFamily="34" charset="0"/>
              </a:rPr>
              <a:t>c) Update Anomaly.</a:t>
            </a:r>
          </a:p>
          <a:p>
            <a:pPr>
              <a:defRPr/>
            </a:pPr>
            <a:r>
              <a:rPr lang="en-US" sz="2400" dirty="0">
                <a:latin typeface="Calibri" pitchFamily="34" charset="0"/>
              </a:rPr>
              <a:t>Updating a </a:t>
            </a:r>
            <a:r>
              <a:rPr lang="en-US" sz="2400" dirty="0" err="1">
                <a:latin typeface="Calibri" pitchFamily="34" charset="0"/>
              </a:rPr>
              <a:t>PTool</a:t>
            </a:r>
            <a:r>
              <a:rPr lang="en-US" sz="2400" dirty="0">
                <a:latin typeface="Calibri" pitchFamily="34" charset="0"/>
              </a:rPr>
              <a:t> may result in unwanted changes. </a:t>
            </a:r>
          </a:p>
          <a:p>
            <a:pPr>
              <a:defRPr/>
            </a:pPr>
            <a:r>
              <a:rPr lang="en-US" sz="2400" dirty="0">
                <a:latin typeface="Calibri" pitchFamily="34" charset="0"/>
              </a:rPr>
              <a:t>The relation Project can be converted into BCNF by decomposing it into the following relations:</a:t>
            </a:r>
          </a:p>
          <a:p>
            <a:pPr marL="609600" indent="-609600">
              <a:buFontTx/>
              <a:buNone/>
              <a:defRPr/>
            </a:pPr>
            <a:r>
              <a:rPr lang="en-US" sz="2400" dirty="0">
                <a:solidFill>
                  <a:schemeClr val="accent2"/>
                </a:solidFill>
                <a:latin typeface="Calibri" pitchFamily="34" charset="0"/>
              </a:rPr>
              <a:t>	</a:t>
            </a:r>
            <a:r>
              <a:rPr lang="en-US" sz="2400" dirty="0">
                <a:solidFill>
                  <a:srgbClr val="FF0000"/>
                </a:solidFill>
                <a:latin typeface="Calibri" pitchFamily="34" charset="0"/>
              </a:rPr>
              <a:t>PROJECT1 (</a:t>
            </a:r>
            <a:r>
              <a:rPr lang="en-US" sz="2400" u="sng" dirty="0" err="1">
                <a:solidFill>
                  <a:srgbClr val="FF0000"/>
                </a:solidFill>
                <a:latin typeface="Calibri" pitchFamily="34" charset="0"/>
              </a:rPr>
              <a:t>RegNo</a:t>
            </a:r>
            <a:r>
              <a:rPr lang="en-US" sz="2400" u="sng" dirty="0">
                <a:solidFill>
                  <a:srgbClr val="FF0000"/>
                </a:solidFill>
                <a:latin typeface="Calibri" pitchFamily="34" charset="0"/>
              </a:rPr>
              <a:t>, Supervisor,</a:t>
            </a:r>
            <a:r>
              <a:rPr lang="en-US" sz="2400" dirty="0">
                <a:solidFill>
                  <a:srgbClr val="FF0000"/>
                </a:solidFill>
                <a:latin typeface="Calibri" pitchFamily="34" charset="0"/>
              </a:rPr>
              <a:t> </a:t>
            </a:r>
            <a:r>
              <a:rPr lang="en-US" sz="2400" dirty="0" err="1">
                <a:solidFill>
                  <a:srgbClr val="FF0000"/>
                </a:solidFill>
                <a:latin typeface="Calibri" pitchFamily="34" charset="0"/>
              </a:rPr>
              <a:t>ModuleGrade</a:t>
            </a:r>
            <a:r>
              <a:rPr lang="en-US" sz="2400" dirty="0">
                <a:solidFill>
                  <a:srgbClr val="FF0000"/>
                </a:solidFill>
                <a:latin typeface="Calibri" pitchFamily="34" charset="0"/>
              </a:rPr>
              <a:t>)</a:t>
            </a:r>
          </a:p>
          <a:p>
            <a:pPr marL="609600" indent="-609600">
              <a:buFontTx/>
              <a:buNone/>
              <a:defRPr/>
            </a:pPr>
            <a:r>
              <a:rPr lang="en-US" sz="2400" dirty="0">
                <a:solidFill>
                  <a:srgbClr val="FF0000"/>
                </a:solidFill>
                <a:latin typeface="Calibri" pitchFamily="34" charset="0"/>
              </a:rPr>
              <a:t>	PROJECT2 (</a:t>
            </a:r>
            <a:r>
              <a:rPr lang="en-US" sz="2400" u="sng" dirty="0">
                <a:solidFill>
                  <a:srgbClr val="FF0000"/>
                </a:solidFill>
                <a:latin typeface="Calibri" pitchFamily="34" charset="0"/>
              </a:rPr>
              <a:t>Supervisor</a:t>
            </a:r>
            <a:r>
              <a:rPr lang="en-US" sz="2400" dirty="0">
                <a:solidFill>
                  <a:srgbClr val="FF0000"/>
                </a:solidFill>
                <a:latin typeface="Calibri" pitchFamily="34" charset="0"/>
              </a:rPr>
              <a:t>, </a:t>
            </a:r>
            <a:r>
              <a:rPr lang="en-US" sz="2400" dirty="0" err="1">
                <a:solidFill>
                  <a:srgbClr val="FF0000"/>
                </a:solidFill>
                <a:latin typeface="Calibri" pitchFamily="34" charset="0"/>
              </a:rPr>
              <a:t>ProjModule</a:t>
            </a:r>
            <a:r>
              <a:rPr lang="en-US" sz="2400" dirty="0">
                <a:solidFill>
                  <a:srgbClr val="FF0000"/>
                </a:solidFill>
                <a:latin typeface="Calibri" pitchFamily="34" charset="0"/>
              </a:rPr>
              <a:t>)</a:t>
            </a:r>
          </a:p>
          <a:p>
            <a:pPr marL="609600" indent="-609600">
              <a:defRPr/>
            </a:pPr>
            <a:endParaRPr lang="en-US" sz="2400" dirty="0">
              <a:latin typeface="Calibri" pitchFamily="34" charset="0"/>
            </a:endParaRPr>
          </a:p>
        </p:txBody>
      </p:sp>
    </p:spTree>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a:extLst>
              <a:ext uri="{FF2B5EF4-FFF2-40B4-BE49-F238E27FC236}">
                <a16:creationId xmlns:a16="http://schemas.microsoft.com/office/drawing/2014/main" id="{FD1F9022-ACC8-8767-2AD2-C492D4161C2E}"/>
              </a:ext>
            </a:extLst>
          </p:cNvPr>
          <p:cNvSpPr>
            <a:spLocks noGrp="1" noChangeArrowheads="1"/>
          </p:cNvSpPr>
          <p:nvPr>
            <p:ph type="title"/>
          </p:nvPr>
        </p:nvSpPr>
        <p:spPr>
          <a:xfrm>
            <a:off x="323850" y="620713"/>
            <a:ext cx="6048375" cy="504825"/>
          </a:xfrm>
          <a:noFill/>
        </p:spPr>
        <p:txBody>
          <a:bodyPr/>
          <a:lstStyle/>
          <a:p>
            <a:r>
              <a:rPr lang="en-US" altLang="en-US" sz="2800" b="1">
                <a:solidFill>
                  <a:srgbClr val="800000"/>
                </a:solidFill>
              </a:rPr>
              <a:t>Boyce-Codd Normal Form (BCNF)  </a:t>
            </a:r>
          </a:p>
        </p:txBody>
      </p:sp>
      <p:sp>
        <p:nvSpPr>
          <p:cNvPr id="28675" name="Rectangle 3">
            <a:extLst>
              <a:ext uri="{FF2B5EF4-FFF2-40B4-BE49-F238E27FC236}">
                <a16:creationId xmlns:a16="http://schemas.microsoft.com/office/drawing/2014/main" id="{6AAF25F8-D87A-9D03-3201-3395D606897D}"/>
              </a:ext>
            </a:extLst>
          </p:cNvPr>
          <p:cNvSpPr>
            <a:spLocks noGrp="1" noChangeArrowheads="1"/>
          </p:cNvSpPr>
          <p:nvPr>
            <p:ph type="body" idx="1"/>
          </p:nvPr>
        </p:nvSpPr>
        <p:spPr>
          <a:xfrm>
            <a:off x="323850" y="1287463"/>
            <a:ext cx="8497888" cy="5165725"/>
          </a:xfrm>
        </p:spPr>
        <p:txBody>
          <a:bodyPr/>
          <a:lstStyle/>
          <a:p>
            <a:pPr>
              <a:defRPr/>
            </a:pPr>
            <a:r>
              <a:rPr lang="en-US" sz="2400" b="1" dirty="0">
                <a:solidFill>
                  <a:srgbClr val="C00000"/>
                </a:solidFill>
                <a:latin typeface="Calibri" pitchFamily="34" charset="0"/>
              </a:rPr>
              <a:t>Example 2: </a:t>
            </a:r>
          </a:p>
          <a:p>
            <a:pPr>
              <a:buFontTx/>
              <a:buNone/>
              <a:defRPr/>
            </a:pPr>
            <a:r>
              <a:rPr lang="en-US" sz="2400" dirty="0">
                <a:latin typeface="Calibri" pitchFamily="34" charset="0"/>
              </a:rPr>
              <a:t>	FACULTY (</a:t>
            </a:r>
            <a:r>
              <a:rPr lang="en-US" sz="2400" u="sng" dirty="0">
                <a:latin typeface="Calibri" pitchFamily="34" charset="0"/>
              </a:rPr>
              <a:t>FACNAME, DEPT</a:t>
            </a:r>
            <a:r>
              <a:rPr lang="en-US" sz="2400" dirty="0">
                <a:latin typeface="Calibri" pitchFamily="34" charset="0"/>
              </a:rPr>
              <a:t>, OFFICE, RANK, DATEHIRED) </a:t>
            </a:r>
          </a:p>
          <a:p>
            <a:pPr>
              <a:buFontTx/>
              <a:buNone/>
              <a:defRPr/>
            </a:pPr>
            <a:r>
              <a:rPr lang="en-US" sz="2400" dirty="0">
                <a:solidFill>
                  <a:schemeClr val="accent2"/>
                </a:solidFill>
                <a:latin typeface="Calibri" pitchFamily="34" charset="0"/>
              </a:rPr>
              <a:t>Assumptions / Constraints:</a:t>
            </a:r>
            <a:r>
              <a:rPr lang="en-US" sz="2400" dirty="0">
                <a:latin typeface="Calibri" pitchFamily="34" charset="0"/>
              </a:rPr>
              <a:t> </a:t>
            </a:r>
          </a:p>
          <a:p>
            <a:pPr>
              <a:defRPr/>
            </a:pPr>
            <a:r>
              <a:rPr lang="en-US" sz="2400" dirty="0">
                <a:latin typeface="Calibri" pitchFamily="34" charset="0"/>
              </a:rPr>
              <a:t>FACNAME within a DEPT is unique.</a:t>
            </a:r>
          </a:p>
          <a:p>
            <a:pPr>
              <a:defRPr/>
            </a:pPr>
            <a:r>
              <a:rPr lang="en-US" sz="2400" dirty="0">
                <a:latin typeface="Calibri" pitchFamily="34" charset="0"/>
              </a:rPr>
              <a:t>Each faculty member has only one OFFICE.</a:t>
            </a:r>
          </a:p>
          <a:p>
            <a:pPr>
              <a:defRPr/>
            </a:pPr>
            <a:r>
              <a:rPr lang="en-US" sz="2400" dirty="0">
                <a:latin typeface="Calibri" pitchFamily="34" charset="0"/>
              </a:rPr>
              <a:t>Faculty members from the same DEPT may share offices. </a:t>
            </a:r>
          </a:p>
          <a:p>
            <a:pPr>
              <a:defRPr/>
            </a:pPr>
            <a:r>
              <a:rPr lang="en-US" sz="2400" dirty="0">
                <a:latin typeface="Calibri" pitchFamily="34" charset="0"/>
              </a:rPr>
              <a:t>The OFFICE across all the departments are unique. </a:t>
            </a:r>
          </a:p>
          <a:p>
            <a:pPr>
              <a:buFontTx/>
              <a:buNone/>
              <a:defRPr/>
            </a:pPr>
            <a:r>
              <a:rPr lang="en-US" sz="2400" dirty="0">
                <a:solidFill>
                  <a:schemeClr val="accent2"/>
                </a:solidFill>
                <a:latin typeface="Calibri" pitchFamily="34" charset="0"/>
              </a:rPr>
              <a:t>Functional Dependencies:</a:t>
            </a:r>
          </a:p>
          <a:p>
            <a:pPr>
              <a:defRPr/>
            </a:pPr>
            <a:r>
              <a:rPr lang="en-US" sz="2400" dirty="0">
                <a:latin typeface="Calibri" pitchFamily="34" charset="0"/>
              </a:rPr>
              <a:t>OFFICE -&gt; DEPT</a:t>
            </a:r>
          </a:p>
          <a:p>
            <a:pPr>
              <a:defRPr/>
            </a:pPr>
            <a:r>
              <a:rPr lang="en-US" sz="2400" dirty="0">
                <a:latin typeface="Calibri" pitchFamily="34" charset="0"/>
              </a:rPr>
              <a:t>FACNAME, DEPT -&gt; OFFICE, RANK, DATEHIRED</a:t>
            </a:r>
          </a:p>
          <a:p>
            <a:pPr>
              <a:defRPr/>
            </a:pPr>
            <a:r>
              <a:rPr lang="en-US" sz="2400" dirty="0">
                <a:latin typeface="Calibri" pitchFamily="34" charset="0"/>
              </a:rPr>
              <a:t>FACNAME, OFFICE -&gt; DEPT, RANK, DATEHIRED</a:t>
            </a:r>
          </a:p>
          <a:p>
            <a:pPr marL="609600" indent="-609600">
              <a:defRPr/>
            </a:pPr>
            <a:endParaRPr lang="en-US" sz="2400" dirty="0">
              <a:latin typeface="Calibri" pitchFamily="34" charset="0"/>
            </a:endParaRPr>
          </a:p>
        </p:txBody>
      </p:sp>
    </p:spTree>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a:extLst>
              <a:ext uri="{FF2B5EF4-FFF2-40B4-BE49-F238E27FC236}">
                <a16:creationId xmlns:a16="http://schemas.microsoft.com/office/drawing/2014/main" id="{FE5BF881-7069-A52C-DE4F-4CA0C9D792CB}"/>
              </a:ext>
            </a:extLst>
          </p:cNvPr>
          <p:cNvSpPr>
            <a:spLocks noGrp="1" noChangeArrowheads="1"/>
          </p:cNvSpPr>
          <p:nvPr>
            <p:ph type="title"/>
          </p:nvPr>
        </p:nvSpPr>
        <p:spPr>
          <a:xfrm>
            <a:off x="323850" y="620713"/>
            <a:ext cx="6048375" cy="504825"/>
          </a:xfrm>
          <a:noFill/>
          <a:extLst>
            <a:ext uri="{91240B29-F687-4F45-9708-019B960494DF}">
              <a14:hiddenLine xmlns:a14="http://schemas.microsoft.com/office/drawing/2010/main" w="9525" cap="flat" cmpd="sng" algn="ctr">
                <a:solidFill>
                  <a:srgbClr val="000000"/>
                </a:solidFill>
                <a:prstDash val="solid"/>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r>
              <a:rPr lang="en-US" altLang="en-US" sz="2800" b="1">
                <a:solidFill>
                  <a:srgbClr val="800000"/>
                </a:solidFill>
              </a:rPr>
              <a:t>Fourth Normal Form (4NF)  </a:t>
            </a:r>
          </a:p>
        </p:txBody>
      </p:sp>
      <p:sp>
        <p:nvSpPr>
          <p:cNvPr id="38915" name="Rectangle 3">
            <a:extLst>
              <a:ext uri="{FF2B5EF4-FFF2-40B4-BE49-F238E27FC236}">
                <a16:creationId xmlns:a16="http://schemas.microsoft.com/office/drawing/2014/main" id="{096E9454-BBB8-CB10-2920-C1E1C440B9A1}"/>
              </a:ext>
            </a:extLst>
          </p:cNvPr>
          <p:cNvSpPr>
            <a:spLocks noGrp="1" noChangeArrowheads="1"/>
          </p:cNvSpPr>
          <p:nvPr>
            <p:ph type="body" idx="1"/>
          </p:nvPr>
        </p:nvSpPr>
        <p:spPr>
          <a:xfrm>
            <a:off x="323850" y="1287463"/>
            <a:ext cx="8351838" cy="5165725"/>
          </a:xfrm>
        </p:spPr>
        <p:txBody>
          <a:bodyPr/>
          <a:lstStyle/>
          <a:p>
            <a:pPr algn="just"/>
            <a:r>
              <a:rPr lang="en-US" altLang="en-US" sz="2400"/>
              <a:t>A relation is said to be in 4NF, if it is in BCNF and there is no multivalued dependency. </a:t>
            </a:r>
          </a:p>
          <a:p>
            <a:pPr algn="just"/>
            <a:r>
              <a:rPr lang="en-US" altLang="en-US" sz="2400"/>
              <a:t>A </a:t>
            </a:r>
            <a:r>
              <a:rPr lang="en-US" altLang="en-US" sz="2400">
                <a:solidFill>
                  <a:schemeClr val="accent2"/>
                </a:solidFill>
              </a:rPr>
              <a:t>Multivalued Dependency</a:t>
            </a:r>
            <a:r>
              <a:rPr lang="en-US" altLang="en-US" sz="2400"/>
              <a:t> is a type of dependency that exists in a relation R having at least 3 attributes R(A, B, C) such that, for each value of A, there is a well defined set of values of B and a well defined set of values of C, but the set of values of B and the set of values of C is independent or have no impact on each other. </a:t>
            </a:r>
          </a:p>
        </p:txBody>
      </p:sp>
    </p:spTree>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a:extLst>
              <a:ext uri="{FF2B5EF4-FFF2-40B4-BE49-F238E27FC236}">
                <a16:creationId xmlns:a16="http://schemas.microsoft.com/office/drawing/2014/main" id="{228B5995-2CB8-1006-563D-0EEB1FE90595}"/>
              </a:ext>
            </a:extLst>
          </p:cNvPr>
          <p:cNvSpPr>
            <a:spLocks noGrp="1" noChangeArrowheads="1"/>
          </p:cNvSpPr>
          <p:nvPr>
            <p:ph type="title"/>
          </p:nvPr>
        </p:nvSpPr>
        <p:spPr>
          <a:xfrm>
            <a:off x="323850" y="620713"/>
            <a:ext cx="6048375" cy="504825"/>
          </a:xfrm>
          <a:noFill/>
          <a:extLst>
            <a:ext uri="{91240B29-F687-4F45-9708-019B960494DF}">
              <a14:hiddenLine xmlns:a14="http://schemas.microsoft.com/office/drawing/2010/main" w="9525" cap="flat" cmpd="sng" algn="ctr">
                <a:solidFill>
                  <a:srgbClr val="000000"/>
                </a:solidFill>
                <a:prstDash val="solid"/>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r>
              <a:rPr lang="en-US" altLang="en-US" sz="2800" b="1">
                <a:solidFill>
                  <a:srgbClr val="800000"/>
                </a:solidFill>
              </a:rPr>
              <a:t>Fourth Normal Form (4NF)  </a:t>
            </a:r>
          </a:p>
        </p:txBody>
      </p:sp>
      <p:sp>
        <p:nvSpPr>
          <p:cNvPr id="39939" name="Rectangle 3">
            <a:extLst>
              <a:ext uri="{FF2B5EF4-FFF2-40B4-BE49-F238E27FC236}">
                <a16:creationId xmlns:a16="http://schemas.microsoft.com/office/drawing/2014/main" id="{0AA50202-49DD-5DA9-B07D-184AA689C7A5}"/>
              </a:ext>
            </a:extLst>
          </p:cNvPr>
          <p:cNvSpPr>
            <a:spLocks noGrp="1" noChangeArrowheads="1"/>
          </p:cNvSpPr>
          <p:nvPr>
            <p:ph type="body" idx="1"/>
          </p:nvPr>
        </p:nvSpPr>
        <p:spPr>
          <a:xfrm>
            <a:off x="323850" y="1287463"/>
            <a:ext cx="8497888" cy="5165725"/>
          </a:xfrm>
        </p:spPr>
        <p:txBody>
          <a:bodyPr/>
          <a:lstStyle/>
          <a:p>
            <a:r>
              <a:rPr lang="en-US" altLang="en-US" sz="2400"/>
              <a:t>Consider a relation </a:t>
            </a:r>
          </a:p>
          <a:p>
            <a:pPr>
              <a:buFontTx/>
              <a:buNone/>
            </a:pPr>
            <a:r>
              <a:rPr lang="en-US" altLang="en-US" sz="2400"/>
              <a:t>	</a:t>
            </a:r>
            <a:r>
              <a:rPr lang="en-US" altLang="en-US" sz="2400">
                <a:solidFill>
                  <a:schemeClr val="accent2"/>
                </a:solidFill>
              </a:rPr>
              <a:t>COURSE (C_Code, C_Instructor, Book_Titles)</a:t>
            </a:r>
          </a:p>
          <a:p>
            <a:r>
              <a:rPr lang="en-US" altLang="en-US" sz="2400"/>
              <a:t>The constraints on the above relation are:</a:t>
            </a:r>
          </a:p>
          <a:p>
            <a:r>
              <a:rPr lang="en-US" altLang="en-US" sz="2400"/>
              <a:t>Each course may have several instructors.</a:t>
            </a:r>
          </a:p>
          <a:p>
            <a:r>
              <a:rPr lang="en-US" altLang="en-US" sz="2400"/>
              <a:t>Each course uses several book titles.</a:t>
            </a:r>
          </a:p>
          <a:p>
            <a:r>
              <a:rPr lang="en-US" altLang="en-US" sz="2400"/>
              <a:t>Set of Book titles used for a course is independent of the set of instructors.</a:t>
            </a:r>
          </a:p>
          <a:p>
            <a:r>
              <a:rPr lang="en-US" altLang="en-US" sz="2400"/>
              <a:t>Q: What will be the PK of the relation?</a:t>
            </a:r>
          </a:p>
          <a:p>
            <a:r>
              <a:rPr lang="en-US" altLang="en-US" sz="2400"/>
              <a:t>The Anomalies associated with the course relation are: </a:t>
            </a:r>
          </a:p>
          <a:p>
            <a:pPr>
              <a:buFontTx/>
              <a:buAutoNum type="alphaLcParenR"/>
            </a:pPr>
            <a:r>
              <a:rPr lang="en-US" altLang="en-US" sz="2400">
                <a:solidFill>
                  <a:schemeClr val="accent2"/>
                </a:solidFill>
              </a:rPr>
              <a:t>Insert Anomaly:</a:t>
            </a:r>
            <a:r>
              <a:rPr lang="en-US" altLang="en-US" sz="2400"/>
              <a:t> </a:t>
            </a:r>
          </a:p>
          <a:p>
            <a:r>
              <a:rPr lang="en-US" altLang="en-US" sz="2400"/>
              <a:t>Adding a new book title will require adding as many rows as many instructors are there. </a:t>
            </a:r>
          </a:p>
        </p:txBody>
      </p:sp>
    </p:spTree>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a:extLst>
              <a:ext uri="{FF2B5EF4-FFF2-40B4-BE49-F238E27FC236}">
                <a16:creationId xmlns:a16="http://schemas.microsoft.com/office/drawing/2014/main" id="{CACE42A0-2AA5-AA52-492C-F08C192AF988}"/>
              </a:ext>
            </a:extLst>
          </p:cNvPr>
          <p:cNvSpPr>
            <a:spLocks noGrp="1" noChangeArrowheads="1"/>
          </p:cNvSpPr>
          <p:nvPr>
            <p:ph type="title"/>
          </p:nvPr>
        </p:nvSpPr>
        <p:spPr>
          <a:xfrm>
            <a:off x="323850" y="620713"/>
            <a:ext cx="6048375" cy="504825"/>
          </a:xfrm>
          <a:noFill/>
          <a:extLst>
            <a:ext uri="{91240B29-F687-4F45-9708-019B960494DF}">
              <a14:hiddenLine xmlns:a14="http://schemas.microsoft.com/office/drawing/2010/main" w="9525" cap="flat" cmpd="sng" algn="ctr">
                <a:solidFill>
                  <a:srgbClr val="000000"/>
                </a:solidFill>
                <a:prstDash val="solid"/>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r>
              <a:rPr lang="en-US" altLang="en-US" sz="2800" b="1">
                <a:solidFill>
                  <a:srgbClr val="800000"/>
                </a:solidFill>
              </a:rPr>
              <a:t>Fourth Normal Form (4NF)  </a:t>
            </a:r>
          </a:p>
        </p:txBody>
      </p:sp>
      <p:sp>
        <p:nvSpPr>
          <p:cNvPr id="137219" name="Rectangle 3">
            <a:extLst>
              <a:ext uri="{FF2B5EF4-FFF2-40B4-BE49-F238E27FC236}">
                <a16:creationId xmlns:a16="http://schemas.microsoft.com/office/drawing/2014/main" id="{8C0B0F40-A01E-1CB9-D339-2AA2F30A489B}"/>
              </a:ext>
            </a:extLst>
          </p:cNvPr>
          <p:cNvSpPr>
            <a:spLocks noGrp="1" noChangeArrowheads="1"/>
          </p:cNvSpPr>
          <p:nvPr>
            <p:ph type="body" idx="1"/>
          </p:nvPr>
        </p:nvSpPr>
        <p:spPr>
          <a:xfrm>
            <a:off x="323850" y="1287463"/>
            <a:ext cx="8497888" cy="5165725"/>
          </a:xfrm>
        </p:spPr>
        <p:txBody>
          <a:bodyPr/>
          <a:lstStyle/>
          <a:p>
            <a:pPr marL="609600" indent="-609600">
              <a:buFontTx/>
              <a:buNone/>
              <a:defRPr/>
            </a:pPr>
            <a:r>
              <a:rPr lang="en-US" sz="2400" dirty="0">
                <a:solidFill>
                  <a:schemeClr val="accent2"/>
                </a:solidFill>
              </a:rPr>
              <a:t>b) Delete Anomaly</a:t>
            </a:r>
          </a:p>
          <a:p>
            <a:pPr>
              <a:defRPr/>
            </a:pPr>
            <a:r>
              <a:rPr lang="en-US" sz="2400" dirty="0"/>
              <a:t>Deleting an instructor will result in unwanted deletions. </a:t>
            </a:r>
          </a:p>
          <a:p>
            <a:pPr marL="609600" indent="-609600">
              <a:buFontTx/>
              <a:buNone/>
              <a:defRPr/>
            </a:pPr>
            <a:r>
              <a:rPr lang="en-US" sz="2400" dirty="0">
                <a:solidFill>
                  <a:schemeClr val="accent2"/>
                </a:solidFill>
              </a:rPr>
              <a:t>c) Update Anomaly</a:t>
            </a:r>
          </a:p>
          <a:p>
            <a:pPr>
              <a:defRPr/>
            </a:pPr>
            <a:r>
              <a:rPr lang="en-US" sz="2400" dirty="0"/>
              <a:t>Updating a book title requires updating several rows. </a:t>
            </a:r>
          </a:p>
          <a:p>
            <a:pPr>
              <a:defRPr/>
            </a:pPr>
            <a:r>
              <a:rPr lang="en-US" sz="2400" dirty="0"/>
              <a:t>The relation Course can be converted into 4NF by decomposing it into the following relations:</a:t>
            </a:r>
          </a:p>
          <a:p>
            <a:pPr>
              <a:defRPr/>
            </a:pPr>
            <a:r>
              <a:rPr lang="en-US" sz="2400" dirty="0">
                <a:solidFill>
                  <a:schemeClr val="accent2"/>
                </a:solidFill>
              </a:rPr>
              <a:t>COURSE (</a:t>
            </a:r>
            <a:r>
              <a:rPr lang="en-US" sz="2400" dirty="0" err="1">
                <a:solidFill>
                  <a:schemeClr val="accent2"/>
                </a:solidFill>
              </a:rPr>
              <a:t>C_Code</a:t>
            </a:r>
            <a:r>
              <a:rPr lang="en-US" sz="2400" dirty="0">
                <a:solidFill>
                  <a:schemeClr val="accent2"/>
                </a:solidFill>
              </a:rPr>
              <a:t>, </a:t>
            </a:r>
            <a:r>
              <a:rPr lang="en-US" sz="2400" dirty="0" err="1">
                <a:solidFill>
                  <a:schemeClr val="accent2"/>
                </a:solidFill>
              </a:rPr>
              <a:t>C_Instructor</a:t>
            </a:r>
            <a:r>
              <a:rPr lang="en-US" sz="2400" dirty="0">
                <a:solidFill>
                  <a:schemeClr val="accent2"/>
                </a:solidFill>
              </a:rPr>
              <a:t>)</a:t>
            </a:r>
          </a:p>
          <a:p>
            <a:pPr>
              <a:defRPr/>
            </a:pPr>
            <a:r>
              <a:rPr lang="en-US" sz="2400" dirty="0">
                <a:solidFill>
                  <a:schemeClr val="accent2"/>
                </a:solidFill>
              </a:rPr>
              <a:t>BOOKS (</a:t>
            </a:r>
            <a:r>
              <a:rPr lang="en-US" sz="2400" dirty="0" err="1">
                <a:solidFill>
                  <a:schemeClr val="accent2"/>
                </a:solidFill>
              </a:rPr>
              <a:t>C_Code</a:t>
            </a:r>
            <a:r>
              <a:rPr lang="en-US" sz="2400" dirty="0">
                <a:solidFill>
                  <a:schemeClr val="accent2"/>
                </a:solidFill>
              </a:rPr>
              <a:t>, </a:t>
            </a:r>
            <a:r>
              <a:rPr lang="en-US" sz="2400" dirty="0" err="1">
                <a:solidFill>
                  <a:schemeClr val="accent2"/>
                </a:solidFill>
              </a:rPr>
              <a:t>Book_Titles</a:t>
            </a:r>
            <a:r>
              <a:rPr lang="en-US" sz="2400" dirty="0">
                <a:solidFill>
                  <a:schemeClr val="accent2"/>
                </a:solidFill>
              </a:rPr>
              <a:t>)</a:t>
            </a:r>
          </a:p>
          <a:p>
            <a:pPr>
              <a:defRPr/>
            </a:pPr>
            <a:endParaRPr lang="en-US" sz="2400" dirty="0">
              <a:solidFill>
                <a:schemeClr val="accent2"/>
              </a:solidFill>
            </a:endParaRPr>
          </a:p>
          <a:p>
            <a:pPr>
              <a:defRPr/>
            </a:pPr>
            <a:r>
              <a:rPr lang="en-US" sz="2400" b="1" dirty="0">
                <a:solidFill>
                  <a:srgbClr val="C00000"/>
                </a:solidFill>
              </a:rPr>
              <a:t>Example 2:</a:t>
            </a:r>
          </a:p>
          <a:p>
            <a:pPr marL="400050" lvl="1" indent="0">
              <a:buFontTx/>
              <a:buNone/>
              <a:defRPr/>
            </a:pPr>
            <a:r>
              <a:rPr lang="en-US" dirty="0">
                <a:solidFill>
                  <a:schemeClr val="accent2"/>
                </a:solidFill>
              </a:rPr>
              <a:t>STUDENT (</a:t>
            </a:r>
            <a:r>
              <a:rPr lang="en-US" dirty="0" err="1">
                <a:solidFill>
                  <a:schemeClr val="accent2"/>
                </a:solidFill>
              </a:rPr>
              <a:t>RegNo</a:t>
            </a:r>
            <a:r>
              <a:rPr lang="en-US" dirty="0">
                <a:solidFill>
                  <a:schemeClr val="accent2"/>
                </a:solidFill>
              </a:rPr>
              <a:t>, </a:t>
            </a:r>
            <a:r>
              <a:rPr lang="en-US" dirty="0" err="1">
                <a:solidFill>
                  <a:schemeClr val="accent2"/>
                </a:solidFill>
              </a:rPr>
              <a:t>C_Code</a:t>
            </a:r>
            <a:r>
              <a:rPr lang="en-US" dirty="0">
                <a:solidFill>
                  <a:schemeClr val="accent2"/>
                </a:solidFill>
              </a:rPr>
              <a:t>, Hobbies)</a:t>
            </a:r>
          </a:p>
        </p:txBody>
      </p:sp>
    </p:spTree>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a:extLst>
              <a:ext uri="{FF2B5EF4-FFF2-40B4-BE49-F238E27FC236}">
                <a16:creationId xmlns:a16="http://schemas.microsoft.com/office/drawing/2014/main" id="{2A88745E-A7D0-3696-1D79-9E8B98D4DCB0}"/>
              </a:ext>
            </a:extLst>
          </p:cNvPr>
          <p:cNvSpPr>
            <a:spLocks noGrp="1" noChangeArrowheads="1"/>
          </p:cNvSpPr>
          <p:nvPr>
            <p:ph type="title"/>
          </p:nvPr>
        </p:nvSpPr>
        <p:spPr>
          <a:xfrm>
            <a:off x="323850" y="620713"/>
            <a:ext cx="6048375" cy="504825"/>
          </a:xfrm>
          <a:noFill/>
        </p:spPr>
        <p:txBody>
          <a:bodyPr/>
          <a:lstStyle/>
          <a:p>
            <a:r>
              <a:rPr lang="en-US" altLang="en-US" sz="2800" b="1">
                <a:solidFill>
                  <a:srgbClr val="800000"/>
                </a:solidFill>
              </a:rPr>
              <a:t>Fifth Normal Form (5NF)  </a:t>
            </a:r>
          </a:p>
        </p:txBody>
      </p:sp>
      <p:sp>
        <p:nvSpPr>
          <p:cNvPr id="39939" name="Rectangle 3">
            <a:extLst>
              <a:ext uri="{FF2B5EF4-FFF2-40B4-BE49-F238E27FC236}">
                <a16:creationId xmlns:a16="http://schemas.microsoft.com/office/drawing/2014/main" id="{531A6C17-D1EF-D2E1-3C26-7F9A227D0A64}"/>
              </a:ext>
            </a:extLst>
          </p:cNvPr>
          <p:cNvSpPr>
            <a:spLocks noGrp="1" noChangeArrowheads="1"/>
          </p:cNvSpPr>
          <p:nvPr>
            <p:ph type="body" idx="1"/>
          </p:nvPr>
        </p:nvSpPr>
        <p:spPr>
          <a:xfrm>
            <a:off x="395288" y="1216025"/>
            <a:ext cx="8497887" cy="5165725"/>
          </a:xfrm>
        </p:spPr>
        <p:txBody>
          <a:bodyPr/>
          <a:lstStyle/>
          <a:p>
            <a:pPr marL="228600" indent="-228600" algn="just">
              <a:defRPr/>
            </a:pPr>
            <a:r>
              <a:rPr lang="en-US" sz="2400" dirty="0">
                <a:latin typeface="Calibri" pitchFamily="34" charset="0"/>
              </a:rPr>
              <a:t>In every Normal Form, we decompose a given relation. The decomposition can be </a:t>
            </a:r>
            <a:r>
              <a:rPr lang="en-US" sz="2400" dirty="0">
                <a:solidFill>
                  <a:schemeClr val="accent2"/>
                </a:solidFill>
                <a:latin typeface="Calibri" pitchFamily="34" charset="0"/>
              </a:rPr>
              <a:t>lossless or </a:t>
            </a:r>
            <a:r>
              <a:rPr lang="en-US" sz="2400" dirty="0" err="1">
                <a:solidFill>
                  <a:schemeClr val="accent2"/>
                </a:solidFill>
                <a:latin typeface="Calibri" pitchFamily="34" charset="0"/>
              </a:rPr>
              <a:t>lossy</a:t>
            </a:r>
            <a:r>
              <a:rPr lang="en-US" sz="2400" dirty="0">
                <a:latin typeface="Calibri" pitchFamily="34" charset="0"/>
              </a:rPr>
              <a:t> decomposition. </a:t>
            </a:r>
          </a:p>
          <a:p>
            <a:pPr marL="228600" indent="-228600" algn="just">
              <a:defRPr/>
            </a:pPr>
            <a:r>
              <a:rPr lang="en-US" sz="2400" dirty="0">
                <a:latin typeface="Calibri" pitchFamily="34" charset="0"/>
              </a:rPr>
              <a:t>A decomposition {R1, R2, …., </a:t>
            </a:r>
            <a:r>
              <a:rPr lang="en-US" sz="2400" dirty="0" err="1">
                <a:latin typeface="Calibri" pitchFamily="34" charset="0"/>
              </a:rPr>
              <a:t>Rn</a:t>
            </a:r>
            <a:r>
              <a:rPr lang="en-US" sz="2400" dirty="0">
                <a:latin typeface="Calibri" pitchFamily="34" charset="0"/>
              </a:rPr>
              <a:t>} of a relation R is called a lossless decomposition for R, if the natural join of R1, R2, …., </a:t>
            </a:r>
            <a:r>
              <a:rPr lang="en-US" sz="2400" dirty="0" err="1">
                <a:latin typeface="Calibri" pitchFamily="34" charset="0"/>
              </a:rPr>
              <a:t>Rn</a:t>
            </a:r>
            <a:r>
              <a:rPr lang="en-US" sz="2400" dirty="0">
                <a:latin typeface="Calibri" pitchFamily="34" charset="0"/>
              </a:rPr>
              <a:t> produces exactly the relation R, otherwise the decomposition will be </a:t>
            </a:r>
            <a:r>
              <a:rPr lang="en-US" sz="2400" dirty="0" err="1">
                <a:latin typeface="Calibri" pitchFamily="34" charset="0"/>
              </a:rPr>
              <a:t>lossy</a:t>
            </a:r>
            <a:r>
              <a:rPr lang="en-US" sz="2400" dirty="0">
                <a:latin typeface="Calibri" pitchFamily="34" charset="0"/>
              </a:rPr>
              <a:t> and will result in loss of information.</a:t>
            </a:r>
          </a:p>
          <a:p>
            <a:pPr marL="228600" indent="-228600" algn="just">
              <a:defRPr/>
            </a:pPr>
            <a:r>
              <a:rPr lang="en-US" sz="2400" dirty="0">
                <a:latin typeface="Calibri" pitchFamily="34" charset="0"/>
              </a:rPr>
              <a:t>A relation is said to be in 5NF, if it is in 4NF and there is no remaining lossless decomposition (lossless join dependency). </a:t>
            </a:r>
          </a:p>
          <a:p>
            <a:pPr marL="228600" indent="-228600" algn="just">
              <a:defRPr/>
            </a:pPr>
            <a:r>
              <a:rPr lang="en-US" sz="2400" dirty="0">
                <a:latin typeface="Calibri" pitchFamily="34" charset="0"/>
              </a:rPr>
              <a:t>A </a:t>
            </a:r>
            <a:r>
              <a:rPr lang="en-US" sz="2400" dirty="0">
                <a:solidFill>
                  <a:schemeClr val="accent2"/>
                </a:solidFill>
                <a:latin typeface="Calibri" pitchFamily="34" charset="0"/>
              </a:rPr>
              <a:t>Lossless Join Dependency</a:t>
            </a:r>
            <a:r>
              <a:rPr lang="en-US" sz="2400" dirty="0">
                <a:latin typeface="Calibri" pitchFamily="34" charset="0"/>
              </a:rPr>
              <a:t> means that a relation can be decomposed into two or more relations such that the resulting relations can be recombined to form original data. Thus if R(A, B, C) is decomposed into R1(A,B) and R2(B,C) – a join dependency exists if we can get back to R by taking natural join of R1 and R2. </a:t>
            </a:r>
          </a:p>
          <a:p>
            <a:pPr marL="609600" indent="-609600">
              <a:defRPr/>
            </a:pPr>
            <a:endParaRPr lang="en-US" sz="2400" dirty="0">
              <a:latin typeface="Calibri" pitchFamily="34" charset="0"/>
            </a:endParaRPr>
          </a:p>
        </p:txBody>
      </p:sp>
    </p:spTree>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a:extLst>
              <a:ext uri="{FF2B5EF4-FFF2-40B4-BE49-F238E27FC236}">
                <a16:creationId xmlns:a16="http://schemas.microsoft.com/office/drawing/2014/main" id="{29D0F45E-7E23-0D40-A3FB-2217776A6518}"/>
              </a:ext>
            </a:extLst>
          </p:cNvPr>
          <p:cNvSpPr>
            <a:spLocks noGrp="1" noChangeArrowheads="1"/>
          </p:cNvSpPr>
          <p:nvPr>
            <p:ph type="title"/>
          </p:nvPr>
        </p:nvSpPr>
        <p:spPr>
          <a:xfrm>
            <a:off x="323850" y="620713"/>
            <a:ext cx="6048375" cy="504825"/>
          </a:xfrm>
          <a:noFill/>
        </p:spPr>
        <p:txBody>
          <a:bodyPr/>
          <a:lstStyle/>
          <a:p>
            <a:r>
              <a:rPr lang="en-US" altLang="en-US" sz="2800" b="1">
                <a:solidFill>
                  <a:srgbClr val="800000"/>
                </a:solidFill>
              </a:rPr>
              <a:t>Fifth Normal Form (5NF)  </a:t>
            </a:r>
          </a:p>
        </p:txBody>
      </p:sp>
      <p:sp>
        <p:nvSpPr>
          <p:cNvPr id="33795" name="Rectangle 3">
            <a:extLst>
              <a:ext uri="{FF2B5EF4-FFF2-40B4-BE49-F238E27FC236}">
                <a16:creationId xmlns:a16="http://schemas.microsoft.com/office/drawing/2014/main" id="{E2CD1E7A-4AE9-C6D2-E150-D13C80E5CD12}"/>
              </a:ext>
            </a:extLst>
          </p:cNvPr>
          <p:cNvSpPr>
            <a:spLocks noGrp="1" noChangeArrowheads="1"/>
          </p:cNvSpPr>
          <p:nvPr>
            <p:ph type="body" idx="1"/>
          </p:nvPr>
        </p:nvSpPr>
        <p:spPr>
          <a:xfrm>
            <a:off x="323850" y="1335088"/>
            <a:ext cx="8497888" cy="5165725"/>
          </a:xfrm>
        </p:spPr>
        <p:txBody>
          <a:bodyPr/>
          <a:lstStyle/>
          <a:p>
            <a:pPr>
              <a:defRPr/>
            </a:pPr>
            <a:r>
              <a:rPr lang="en-US" sz="2000" dirty="0">
                <a:latin typeface="Calibri" pitchFamily="34" charset="0"/>
              </a:rPr>
              <a:t>Consider the relation STUDENT: </a:t>
            </a:r>
          </a:p>
          <a:p>
            <a:pPr marL="609600" indent="-609600">
              <a:defRPr/>
            </a:pPr>
            <a:endParaRPr lang="en-US" sz="2000" dirty="0">
              <a:latin typeface="Calibri" pitchFamily="34" charset="0"/>
            </a:endParaRPr>
          </a:p>
          <a:p>
            <a:pPr marL="609600" indent="-609600">
              <a:defRPr/>
            </a:pPr>
            <a:endParaRPr lang="en-US" sz="2000" dirty="0">
              <a:latin typeface="Calibri" pitchFamily="34" charset="0"/>
            </a:endParaRPr>
          </a:p>
          <a:p>
            <a:pPr marL="609600" indent="-609600">
              <a:defRPr/>
            </a:pPr>
            <a:endParaRPr lang="en-US" sz="2000" dirty="0">
              <a:latin typeface="Calibri" pitchFamily="34" charset="0"/>
            </a:endParaRPr>
          </a:p>
          <a:p>
            <a:pPr marL="609600" indent="-609600">
              <a:defRPr/>
            </a:pPr>
            <a:endParaRPr lang="en-US" sz="2000" dirty="0">
              <a:latin typeface="Calibri" pitchFamily="34" charset="0"/>
            </a:endParaRPr>
          </a:p>
          <a:p>
            <a:pPr marL="609600" indent="-609600">
              <a:defRPr/>
            </a:pPr>
            <a:endParaRPr lang="en-US" sz="2000" dirty="0">
              <a:latin typeface="Calibri" pitchFamily="34" charset="0"/>
            </a:endParaRPr>
          </a:p>
          <a:p>
            <a:pPr marL="609600" indent="-609600">
              <a:defRPr/>
            </a:pPr>
            <a:endParaRPr lang="en-US" sz="2000" dirty="0">
              <a:latin typeface="Calibri" pitchFamily="34" charset="0"/>
            </a:endParaRPr>
          </a:p>
          <a:p>
            <a:pPr marL="609600" indent="-609600">
              <a:defRPr/>
            </a:pPr>
            <a:endParaRPr lang="en-US" sz="2000" dirty="0">
              <a:latin typeface="Calibri" pitchFamily="34" charset="0"/>
            </a:endParaRPr>
          </a:p>
          <a:p>
            <a:pPr marL="609600" indent="-609600">
              <a:buFontTx/>
              <a:buNone/>
              <a:defRPr/>
            </a:pPr>
            <a:r>
              <a:rPr lang="en-US" sz="2000" dirty="0">
                <a:latin typeface="Calibri" pitchFamily="34" charset="0"/>
              </a:rPr>
              <a:t>	</a:t>
            </a:r>
            <a:endParaRPr lang="en-US" sz="2000" dirty="0">
              <a:solidFill>
                <a:schemeClr val="accent2"/>
              </a:solidFill>
              <a:latin typeface="Calibri" pitchFamily="34" charset="0"/>
            </a:endParaRPr>
          </a:p>
          <a:p>
            <a:pPr>
              <a:defRPr/>
            </a:pPr>
            <a:r>
              <a:rPr lang="en-US" sz="2000" dirty="0">
                <a:latin typeface="Calibri" pitchFamily="34" charset="0"/>
              </a:rPr>
              <a:t>We decompose the relation into the following relations in order to convert it into 1NF. </a:t>
            </a:r>
          </a:p>
          <a:p>
            <a:pPr marL="609600" indent="-609600">
              <a:buFontTx/>
              <a:buNone/>
              <a:defRPr/>
            </a:pPr>
            <a:r>
              <a:rPr lang="en-US" sz="2000" dirty="0">
                <a:solidFill>
                  <a:schemeClr val="accent2"/>
                </a:solidFill>
                <a:latin typeface="Calibri" pitchFamily="34" charset="0"/>
              </a:rPr>
              <a:t>	STUDENT (</a:t>
            </a:r>
            <a:r>
              <a:rPr lang="en-US" sz="2000" dirty="0" err="1">
                <a:solidFill>
                  <a:schemeClr val="accent2"/>
                </a:solidFill>
                <a:latin typeface="Calibri" pitchFamily="34" charset="0"/>
              </a:rPr>
              <a:t>RegNo</a:t>
            </a:r>
            <a:r>
              <a:rPr lang="en-US" sz="2000" dirty="0">
                <a:solidFill>
                  <a:schemeClr val="accent2"/>
                </a:solidFill>
                <a:latin typeface="Calibri" pitchFamily="34" charset="0"/>
              </a:rPr>
              <a:t>, Name, Program)</a:t>
            </a:r>
          </a:p>
          <a:p>
            <a:pPr marL="609600" indent="-609600">
              <a:buFontTx/>
              <a:buNone/>
              <a:defRPr/>
            </a:pPr>
            <a:r>
              <a:rPr lang="en-US" sz="2000" dirty="0">
                <a:solidFill>
                  <a:schemeClr val="accent2"/>
                </a:solidFill>
                <a:latin typeface="Calibri" pitchFamily="34" charset="0"/>
              </a:rPr>
              <a:t>	RESULT(</a:t>
            </a:r>
            <a:r>
              <a:rPr lang="en-US" sz="2000" dirty="0" err="1">
                <a:solidFill>
                  <a:schemeClr val="accent2"/>
                </a:solidFill>
                <a:latin typeface="Calibri" pitchFamily="34" charset="0"/>
              </a:rPr>
              <a:t>RegNo</a:t>
            </a:r>
            <a:r>
              <a:rPr lang="en-US" sz="2000" dirty="0">
                <a:solidFill>
                  <a:schemeClr val="accent2"/>
                </a:solidFill>
                <a:latin typeface="Calibri" pitchFamily="34" charset="0"/>
              </a:rPr>
              <a:t>, </a:t>
            </a:r>
            <a:r>
              <a:rPr lang="en-US" sz="2000" dirty="0" err="1">
                <a:solidFill>
                  <a:schemeClr val="accent2"/>
                </a:solidFill>
                <a:latin typeface="Calibri" pitchFamily="34" charset="0"/>
              </a:rPr>
              <a:t>C_Code</a:t>
            </a:r>
            <a:r>
              <a:rPr lang="en-US" sz="2000" dirty="0">
                <a:solidFill>
                  <a:schemeClr val="accent2"/>
                </a:solidFill>
                <a:latin typeface="Calibri" pitchFamily="34" charset="0"/>
              </a:rPr>
              <a:t>, </a:t>
            </a:r>
            <a:r>
              <a:rPr lang="en-US" sz="2000" dirty="0" err="1">
                <a:solidFill>
                  <a:schemeClr val="accent2"/>
                </a:solidFill>
                <a:latin typeface="Calibri" pitchFamily="34" charset="0"/>
              </a:rPr>
              <a:t>C_Grade</a:t>
            </a:r>
            <a:r>
              <a:rPr lang="en-US" sz="2000" dirty="0">
                <a:solidFill>
                  <a:schemeClr val="accent2"/>
                </a:solidFill>
                <a:latin typeface="Calibri" pitchFamily="34" charset="0"/>
              </a:rPr>
              <a:t>)</a:t>
            </a:r>
          </a:p>
        </p:txBody>
      </p:sp>
      <p:graphicFrame>
        <p:nvGraphicFramePr>
          <p:cNvPr id="4" name="Table 3">
            <a:extLst>
              <a:ext uri="{FF2B5EF4-FFF2-40B4-BE49-F238E27FC236}">
                <a16:creationId xmlns:a16="http://schemas.microsoft.com/office/drawing/2014/main" id="{CE0D57A2-1472-1A56-6B89-61E9DE106B76}"/>
              </a:ext>
            </a:extLst>
          </p:cNvPr>
          <p:cNvGraphicFramePr>
            <a:graphicFrameLocks noGrp="1"/>
          </p:cNvGraphicFramePr>
          <p:nvPr/>
        </p:nvGraphicFramePr>
        <p:xfrm>
          <a:off x="1357313" y="1847850"/>
          <a:ext cx="6096000" cy="2743200"/>
        </p:xfrm>
        <a:graphic>
          <a:graphicData uri="http://schemas.openxmlformats.org/drawingml/2006/table">
            <a:tbl>
              <a:tblPr firstRow="1" bandRow="1">
                <a:tableStyleId>{5C22544A-7EE6-4342-B048-85BDC9FD1C3A}</a:tableStyleId>
              </a:tblPr>
              <a:tblGrid>
                <a:gridCol w="1219200">
                  <a:extLst>
                    <a:ext uri="{9D8B030D-6E8A-4147-A177-3AD203B41FA5}">
                      <a16:colId xmlns:a16="http://schemas.microsoft.com/office/drawing/2014/main" val="20000"/>
                    </a:ext>
                  </a:extLst>
                </a:gridCol>
                <a:gridCol w="1219200">
                  <a:extLst>
                    <a:ext uri="{9D8B030D-6E8A-4147-A177-3AD203B41FA5}">
                      <a16:colId xmlns:a16="http://schemas.microsoft.com/office/drawing/2014/main" val="20001"/>
                    </a:ext>
                  </a:extLst>
                </a:gridCol>
                <a:gridCol w="1219200">
                  <a:extLst>
                    <a:ext uri="{9D8B030D-6E8A-4147-A177-3AD203B41FA5}">
                      <a16:colId xmlns:a16="http://schemas.microsoft.com/office/drawing/2014/main" val="20002"/>
                    </a:ext>
                  </a:extLst>
                </a:gridCol>
                <a:gridCol w="1219200">
                  <a:extLst>
                    <a:ext uri="{9D8B030D-6E8A-4147-A177-3AD203B41FA5}">
                      <a16:colId xmlns:a16="http://schemas.microsoft.com/office/drawing/2014/main" val="20003"/>
                    </a:ext>
                  </a:extLst>
                </a:gridCol>
                <a:gridCol w="1219200">
                  <a:extLst>
                    <a:ext uri="{9D8B030D-6E8A-4147-A177-3AD203B41FA5}">
                      <a16:colId xmlns:a16="http://schemas.microsoft.com/office/drawing/2014/main" val="20004"/>
                    </a:ext>
                  </a:extLst>
                </a:gridCol>
              </a:tblGrid>
              <a:tr h="233362">
                <a:tc>
                  <a:txBody>
                    <a:bodyPr/>
                    <a:lstStyle/>
                    <a:p>
                      <a:r>
                        <a:rPr lang="en-US" sz="1400" dirty="0" err="1">
                          <a:solidFill>
                            <a:srgbClr val="0070C0"/>
                          </a:solidFill>
                          <a:latin typeface="Calibri" pitchFamily="34" charset="0"/>
                        </a:rPr>
                        <a:t>RegNo</a:t>
                      </a:r>
                      <a:endParaRPr lang="en-US" sz="1400" dirty="0">
                        <a:solidFill>
                          <a:srgbClr val="0070C0"/>
                        </a:solidFill>
                        <a:latin typeface="Calibri"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dirty="0">
                          <a:solidFill>
                            <a:srgbClr val="0070C0"/>
                          </a:solidFill>
                          <a:latin typeface="Calibri" pitchFamily="34" charset="0"/>
                        </a:rPr>
                        <a:t>Name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dirty="0">
                          <a:solidFill>
                            <a:srgbClr val="0070C0"/>
                          </a:solidFill>
                          <a:latin typeface="Calibri" pitchFamily="34" charset="0"/>
                        </a:rPr>
                        <a:t>Program</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dirty="0" err="1">
                          <a:solidFill>
                            <a:srgbClr val="0070C0"/>
                          </a:solidFill>
                          <a:latin typeface="Calibri" pitchFamily="34" charset="0"/>
                        </a:rPr>
                        <a:t>C_Code</a:t>
                      </a:r>
                      <a:endParaRPr lang="en-US" sz="1400" dirty="0">
                        <a:solidFill>
                          <a:srgbClr val="0070C0"/>
                        </a:solidFill>
                        <a:latin typeface="Calibri"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dirty="0" err="1">
                          <a:solidFill>
                            <a:srgbClr val="0070C0"/>
                          </a:solidFill>
                          <a:latin typeface="Calibri" pitchFamily="34" charset="0"/>
                        </a:rPr>
                        <a:t>C_Grade</a:t>
                      </a:r>
                      <a:endParaRPr lang="en-US" sz="1400" dirty="0">
                        <a:solidFill>
                          <a:srgbClr val="0070C0"/>
                        </a:solidFill>
                        <a:latin typeface="Calibri"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233362">
                <a:tc>
                  <a:txBody>
                    <a:bodyPr/>
                    <a:lstStyle/>
                    <a:p>
                      <a:r>
                        <a:rPr lang="en-US" sz="1400" dirty="0">
                          <a:latin typeface="Calibri" pitchFamily="34" charset="0"/>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dirty="0" err="1">
                          <a:latin typeface="Calibri" pitchFamily="34" charset="0"/>
                        </a:rPr>
                        <a:t>Arif</a:t>
                      </a:r>
                      <a:endParaRPr lang="en-US" sz="1400" dirty="0">
                        <a:latin typeface="Calibri"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dirty="0">
                          <a:latin typeface="Calibri" pitchFamily="34" charset="0"/>
                        </a:rPr>
                        <a:t>BSSE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dirty="0">
                          <a:latin typeface="Calibri" pitchFamily="34" charset="0"/>
                        </a:rPr>
                        <a:t>310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dirty="0">
                          <a:latin typeface="Calibri" pitchFamily="34" charset="0"/>
                        </a:rPr>
                        <a:t>B</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233362">
                <a:tc>
                  <a:txBody>
                    <a:bodyPr/>
                    <a:lstStyle/>
                    <a:p>
                      <a:r>
                        <a:rPr lang="en-US" sz="1400" dirty="0">
                          <a:latin typeface="Calibri" pitchFamily="34" charset="0"/>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dirty="0" err="1">
                          <a:latin typeface="Calibri" pitchFamily="34" charset="0"/>
                        </a:rPr>
                        <a:t>Arif</a:t>
                      </a:r>
                      <a:endParaRPr lang="en-US" sz="1400" dirty="0">
                        <a:latin typeface="Calibri"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dirty="0">
                          <a:latin typeface="Calibri" pitchFamily="34" charset="0"/>
                        </a:rPr>
                        <a:t>BSSE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dirty="0">
                          <a:latin typeface="Calibri" pitchFamily="34" charset="0"/>
                        </a:rPr>
                        <a:t>311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dirty="0">
                          <a:latin typeface="Calibri" pitchFamily="34" charset="0"/>
                        </a:rPr>
                        <a:t>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233362">
                <a:tc>
                  <a:txBody>
                    <a:bodyPr/>
                    <a:lstStyle/>
                    <a:p>
                      <a:r>
                        <a:rPr lang="en-US" sz="1400" dirty="0">
                          <a:latin typeface="Calibri" pitchFamily="34" charset="0"/>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dirty="0" err="1">
                          <a:latin typeface="Calibri" pitchFamily="34" charset="0"/>
                        </a:rPr>
                        <a:t>Arif</a:t>
                      </a:r>
                      <a:endParaRPr lang="en-US" sz="1400" dirty="0">
                        <a:latin typeface="Calibri"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dirty="0">
                          <a:latin typeface="Calibri" pitchFamily="34" charset="0"/>
                        </a:rPr>
                        <a:t>BSSE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dirty="0">
                          <a:latin typeface="Calibri" pitchFamily="34" charset="0"/>
                        </a:rPr>
                        <a:t>312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dirty="0">
                          <a:latin typeface="Calibri" pitchFamily="34" charset="0"/>
                        </a:rPr>
                        <a:t>C</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233362">
                <a:tc>
                  <a:txBody>
                    <a:bodyPr/>
                    <a:lstStyle/>
                    <a:p>
                      <a:r>
                        <a:rPr lang="en-US" sz="1400" dirty="0">
                          <a:latin typeface="Calibri" pitchFamily="34" charset="0"/>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dirty="0" err="1">
                          <a:latin typeface="Calibri" pitchFamily="34" charset="0"/>
                        </a:rPr>
                        <a:t>Talha</a:t>
                      </a:r>
                      <a:endParaRPr lang="en-US" sz="1400" dirty="0">
                        <a:latin typeface="Calibri"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dirty="0">
                          <a:latin typeface="Calibri" pitchFamily="34" charset="0"/>
                        </a:rPr>
                        <a:t>BSIT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dirty="0">
                          <a:latin typeface="Calibri" pitchFamily="34" charset="0"/>
                        </a:rPr>
                        <a:t>310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dirty="0">
                          <a:latin typeface="Calibri" pitchFamily="34" charset="0"/>
                        </a:rPr>
                        <a:t>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r h="233362">
                <a:tc>
                  <a:txBody>
                    <a:bodyPr/>
                    <a:lstStyle/>
                    <a:p>
                      <a:r>
                        <a:rPr lang="en-US" sz="1400" dirty="0">
                          <a:latin typeface="Calibri" pitchFamily="34" charset="0"/>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dirty="0" err="1">
                          <a:latin typeface="Calibri" pitchFamily="34" charset="0"/>
                        </a:rPr>
                        <a:t>Talha</a:t>
                      </a:r>
                      <a:endParaRPr lang="en-US" sz="1400" dirty="0">
                        <a:latin typeface="Calibri"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dirty="0">
                          <a:latin typeface="Calibri" pitchFamily="34" charset="0"/>
                        </a:rPr>
                        <a:t>BSIT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dirty="0">
                          <a:latin typeface="Calibri" pitchFamily="34" charset="0"/>
                        </a:rPr>
                        <a:t>311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dirty="0">
                          <a:latin typeface="Calibri" pitchFamily="34" charset="0"/>
                        </a:rPr>
                        <a:t>C</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5"/>
                  </a:ext>
                </a:extLst>
              </a:tr>
              <a:tr h="233362">
                <a:tc>
                  <a:txBody>
                    <a:bodyPr/>
                    <a:lstStyle/>
                    <a:p>
                      <a:r>
                        <a:rPr lang="en-US" sz="1400" dirty="0">
                          <a:latin typeface="Calibri" pitchFamily="34" charset="0"/>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dirty="0" err="1">
                          <a:latin typeface="Calibri" pitchFamily="34" charset="0"/>
                        </a:rPr>
                        <a:t>Talha</a:t>
                      </a:r>
                      <a:endParaRPr lang="en-US" sz="1400" dirty="0">
                        <a:latin typeface="Calibri"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dirty="0">
                          <a:latin typeface="Calibri" pitchFamily="34" charset="0"/>
                        </a:rPr>
                        <a:t>BSIT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dirty="0">
                          <a:latin typeface="Calibri" pitchFamily="34" charset="0"/>
                        </a:rPr>
                        <a:t>312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dirty="0">
                          <a:latin typeface="Calibri" pitchFamily="34" charset="0"/>
                        </a:rPr>
                        <a:t>B</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6"/>
                  </a:ext>
                </a:extLst>
              </a:tr>
              <a:tr h="233362">
                <a:tc>
                  <a:txBody>
                    <a:bodyPr/>
                    <a:lstStyle/>
                    <a:p>
                      <a:r>
                        <a:rPr lang="en-US" sz="1400" dirty="0">
                          <a:latin typeface="Calibri" pitchFamily="34" charset="0"/>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dirty="0">
                          <a:latin typeface="Calibri" pitchFamily="34" charset="0"/>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dirty="0">
                          <a:latin typeface="Calibri" pitchFamily="34" charset="0"/>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dirty="0">
                          <a:latin typeface="Calibri" pitchFamily="34" charset="0"/>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dirty="0">
                          <a:latin typeface="Calibri" pitchFamily="34" charset="0"/>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7"/>
                  </a:ext>
                </a:extLst>
              </a:tr>
              <a:tr h="233362">
                <a:tc>
                  <a:txBody>
                    <a:bodyPr/>
                    <a:lstStyle/>
                    <a:p>
                      <a:r>
                        <a:rPr lang="en-US" sz="1400" dirty="0">
                          <a:latin typeface="Calibri" pitchFamily="34" charset="0"/>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dirty="0">
                          <a:latin typeface="Calibri" pitchFamily="34" charset="0"/>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dirty="0">
                          <a:latin typeface="Calibri" pitchFamily="34" charset="0"/>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dirty="0">
                          <a:latin typeface="Calibri" pitchFamily="34" charset="0"/>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dirty="0">
                          <a:latin typeface="Calibri" pitchFamily="34" charset="0"/>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8"/>
                  </a:ext>
                </a:extLst>
              </a:tr>
            </a:tbl>
          </a:graphicData>
        </a:graphic>
      </p:graphicFrame>
    </p:spTree>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a:extLst>
              <a:ext uri="{FF2B5EF4-FFF2-40B4-BE49-F238E27FC236}">
                <a16:creationId xmlns:a16="http://schemas.microsoft.com/office/drawing/2014/main" id="{DCD4EF9A-0A48-062D-FBF1-D147A86754CC}"/>
              </a:ext>
            </a:extLst>
          </p:cNvPr>
          <p:cNvSpPr>
            <a:spLocks noGrp="1" noChangeArrowheads="1"/>
          </p:cNvSpPr>
          <p:nvPr>
            <p:ph type="title"/>
          </p:nvPr>
        </p:nvSpPr>
        <p:spPr>
          <a:xfrm>
            <a:off x="323850" y="620713"/>
            <a:ext cx="6048375" cy="504825"/>
          </a:xfrm>
          <a:noFill/>
        </p:spPr>
        <p:txBody>
          <a:bodyPr/>
          <a:lstStyle/>
          <a:p>
            <a:r>
              <a:rPr lang="en-US" altLang="en-US" sz="2800" b="1">
                <a:solidFill>
                  <a:srgbClr val="800000"/>
                </a:solidFill>
              </a:rPr>
              <a:t>Fifth Normal Form (5NF)  </a:t>
            </a:r>
          </a:p>
        </p:txBody>
      </p:sp>
      <p:sp>
        <p:nvSpPr>
          <p:cNvPr id="34819" name="Rectangle 3">
            <a:extLst>
              <a:ext uri="{FF2B5EF4-FFF2-40B4-BE49-F238E27FC236}">
                <a16:creationId xmlns:a16="http://schemas.microsoft.com/office/drawing/2014/main" id="{1FE5D303-6EE7-A6EB-2F1B-0DC0F5BCB321}"/>
              </a:ext>
            </a:extLst>
          </p:cNvPr>
          <p:cNvSpPr>
            <a:spLocks noGrp="1" noChangeArrowheads="1"/>
          </p:cNvSpPr>
          <p:nvPr>
            <p:ph type="body" idx="1"/>
          </p:nvPr>
        </p:nvSpPr>
        <p:spPr>
          <a:xfrm>
            <a:off x="323850" y="1335088"/>
            <a:ext cx="8497888" cy="5165725"/>
          </a:xfrm>
        </p:spPr>
        <p:txBody>
          <a:bodyPr/>
          <a:lstStyle/>
          <a:p>
            <a:pPr>
              <a:defRPr/>
            </a:pPr>
            <a:r>
              <a:rPr lang="en-US" sz="2000" dirty="0">
                <a:latin typeface="Calibri" pitchFamily="34" charset="0"/>
              </a:rPr>
              <a:t>The Tuples of two relations are given as under:</a:t>
            </a:r>
          </a:p>
          <a:p>
            <a:pPr marL="609600" indent="-609600">
              <a:buFontTx/>
              <a:buNone/>
              <a:defRPr/>
            </a:pPr>
            <a:r>
              <a:rPr lang="en-US" sz="2000" b="1" dirty="0">
                <a:solidFill>
                  <a:srgbClr val="FF0000"/>
                </a:solidFill>
                <a:latin typeface="Calibri" pitchFamily="34" charset="0"/>
              </a:rPr>
              <a:t>  STUDENT			         RESULT</a:t>
            </a:r>
          </a:p>
          <a:p>
            <a:pPr marL="609600" indent="-609600">
              <a:buFontTx/>
              <a:buNone/>
              <a:defRPr/>
            </a:pPr>
            <a:endParaRPr lang="en-US" sz="2000" dirty="0">
              <a:latin typeface="Calibri" pitchFamily="34" charset="0"/>
            </a:endParaRPr>
          </a:p>
          <a:p>
            <a:pPr marL="609600" indent="-609600">
              <a:defRPr/>
            </a:pPr>
            <a:endParaRPr lang="en-US" sz="2000" dirty="0">
              <a:latin typeface="Calibri" pitchFamily="34" charset="0"/>
            </a:endParaRPr>
          </a:p>
          <a:p>
            <a:pPr marL="609600" indent="-609600">
              <a:defRPr/>
            </a:pPr>
            <a:endParaRPr lang="en-US" sz="2000" dirty="0">
              <a:latin typeface="Calibri" pitchFamily="34" charset="0"/>
            </a:endParaRPr>
          </a:p>
          <a:p>
            <a:pPr marL="609600" indent="-609600">
              <a:defRPr/>
            </a:pPr>
            <a:endParaRPr lang="en-US" sz="2000" dirty="0">
              <a:latin typeface="Calibri" pitchFamily="34" charset="0"/>
            </a:endParaRPr>
          </a:p>
          <a:p>
            <a:pPr marL="609600" indent="-609600">
              <a:defRPr/>
            </a:pPr>
            <a:endParaRPr lang="en-US" sz="2000" dirty="0">
              <a:latin typeface="Calibri" pitchFamily="34" charset="0"/>
            </a:endParaRPr>
          </a:p>
          <a:p>
            <a:pPr marL="609600" indent="-609600">
              <a:defRPr/>
            </a:pPr>
            <a:endParaRPr lang="en-US" sz="2000" dirty="0">
              <a:latin typeface="Calibri" pitchFamily="34" charset="0"/>
            </a:endParaRPr>
          </a:p>
          <a:p>
            <a:pPr marL="609600" indent="-609600">
              <a:defRPr/>
            </a:pPr>
            <a:endParaRPr lang="en-US" sz="2000" dirty="0">
              <a:latin typeface="Calibri" pitchFamily="34" charset="0"/>
            </a:endParaRPr>
          </a:p>
          <a:p>
            <a:pPr>
              <a:defRPr/>
            </a:pPr>
            <a:r>
              <a:rPr lang="en-US" sz="2000" dirty="0">
                <a:latin typeface="Calibri" pitchFamily="34" charset="0"/>
              </a:rPr>
              <a:t>Natural Join of the above two relations will give us the tuples of the original relation STUDENT. Thus the decomposition is lossless. </a:t>
            </a:r>
          </a:p>
          <a:p>
            <a:pPr>
              <a:defRPr/>
            </a:pPr>
            <a:r>
              <a:rPr lang="en-US" sz="2000" dirty="0">
                <a:latin typeface="Calibri" pitchFamily="34" charset="0"/>
              </a:rPr>
              <a:t>Now we decompose RESULT relation as:</a:t>
            </a:r>
            <a:endParaRPr lang="en-US" sz="2000" dirty="0">
              <a:solidFill>
                <a:schemeClr val="accent2"/>
              </a:solidFill>
              <a:latin typeface="Calibri" pitchFamily="34" charset="0"/>
            </a:endParaRPr>
          </a:p>
          <a:p>
            <a:pPr marL="609600" indent="-609600">
              <a:buFontTx/>
              <a:buNone/>
              <a:defRPr/>
            </a:pPr>
            <a:r>
              <a:rPr lang="en-US" sz="2000" dirty="0">
                <a:solidFill>
                  <a:schemeClr val="accent2"/>
                </a:solidFill>
                <a:latin typeface="Calibri" pitchFamily="34" charset="0"/>
              </a:rPr>
              <a:t>	RESULT1(</a:t>
            </a:r>
            <a:r>
              <a:rPr lang="en-US" sz="2000" dirty="0" err="1">
                <a:solidFill>
                  <a:schemeClr val="accent2"/>
                </a:solidFill>
                <a:latin typeface="Calibri" pitchFamily="34" charset="0"/>
              </a:rPr>
              <a:t>RegNo</a:t>
            </a:r>
            <a:r>
              <a:rPr lang="en-US" sz="2000" dirty="0">
                <a:solidFill>
                  <a:schemeClr val="accent2"/>
                </a:solidFill>
                <a:latin typeface="Calibri" pitchFamily="34" charset="0"/>
              </a:rPr>
              <a:t>, </a:t>
            </a:r>
            <a:r>
              <a:rPr lang="en-US" sz="2000" dirty="0" err="1">
                <a:solidFill>
                  <a:schemeClr val="accent2"/>
                </a:solidFill>
                <a:latin typeface="Calibri" pitchFamily="34" charset="0"/>
              </a:rPr>
              <a:t>C_Code</a:t>
            </a:r>
            <a:r>
              <a:rPr lang="en-US" sz="2000" dirty="0">
                <a:solidFill>
                  <a:schemeClr val="accent2"/>
                </a:solidFill>
                <a:latin typeface="Calibri" pitchFamily="34" charset="0"/>
              </a:rPr>
              <a:t>)</a:t>
            </a:r>
          </a:p>
          <a:p>
            <a:pPr marL="609600" indent="-609600">
              <a:buFontTx/>
              <a:buNone/>
              <a:defRPr/>
            </a:pPr>
            <a:r>
              <a:rPr lang="en-US" sz="2000" dirty="0">
                <a:solidFill>
                  <a:schemeClr val="accent2"/>
                </a:solidFill>
                <a:latin typeface="Calibri" pitchFamily="34" charset="0"/>
              </a:rPr>
              <a:t>	RESULT2(</a:t>
            </a:r>
            <a:r>
              <a:rPr lang="en-US" sz="2000" dirty="0" err="1">
                <a:solidFill>
                  <a:schemeClr val="accent2"/>
                </a:solidFill>
                <a:latin typeface="Calibri" pitchFamily="34" charset="0"/>
              </a:rPr>
              <a:t>C_Code</a:t>
            </a:r>
            <a:r>
              <a:rPr lang="en-US" sz="2000" dirty="0">
                <a:solidFill>
                  <a:schemeClr val="accent2"/>
                </a:solidFill>
                <a:latin typeface="Calibri" pitchFamily="34" charset="0"/>
              </a:rPr>
              <a:t>, </a:t>
            </a:r>
            <a:r>
              <a:rPr lang="en-US" sz="2000" dirty="0" err="1">
                <a:solidFill>
                  <a:schemeClr val="accent2"/>
                </a:solidFill>
                <a:latin typeface="Calibri" pitchFamily="34" charset="0"/>
              </a:rPr>
              <a:t>C_Grade</a:t>
            </a:r>
            <a:r>
              <a:rPr lang="en-US" sz="2000" dirty="0">
                <a:solidFill>
                  <a:schemeClr val="accent2"/>
                </a:solidFill>
                <a:latin typeface="Calibri" pitchFamily="34" charset="0"/>
              </a:rPr>
              <a:t>)</a:t>
            </a:r>
          </a:p>
          <a:p>
            <a:pPr marL="609600" indent="-609600">
              <a:defRPr/>
            </a:pPr>
            <a:endParaRPr lang="en-US" sz="2000" dirty="0">
              <a:latin typeface="Calibri" pitchFamily="34" charset="0"/>
            </a:endParaRPr>
          </a:p>
          <a:p>
            <a:pPr marL="609600" indent="-609600">
              <a:defRPr/>
            </a:pPr>
            <a:endParaRPr lang="en-US" sz="2000" dirty="0">
              <a:latin typeface="Calibri" pitchFamily="34" charset="0"/>
            </a:endParaRPr>
          </a:p>
          <a:p>
            <a:pPr marL="609600" indent="-609600">
              <a:buFontTx/>
              <a:buNone/>
              <a:defRPr/>
            </a:pPr>
            <a:r>
              <a:rPr lang="en-US" sz="2000" dirty="0">
                <a:latin typeface="Calibri" pitchFamily="34" charset="0"/>
              </a:rPr>
              <a:t>	</a:t>
            </a:r>
            <a:endParaRPr lang="en-US" sz="2000" dirty="0">
              <a:solidFill>
                <a:schemeClr val="accent2"/>
              </a:solidFill>
              <a:latin typeface="Calibri" pitchFamily="34" charset="0"/>
            </a:endParaRPr>
          </a:p>
        </p:txBody>
      </p:sp>
      <p:graphicFrame>
        <p:nvGraphicFramePr>
          <p:cNvPr id="4" name="Table 3">
            <a:extLst>
              <a:ext uri="{FF2B5EF4-FFF2-40B4-BE49-F238E27FC236}">
                <a16:creationId xmlns:a16="http://schemas.microsoft.com/office/drawing/2014/main" id="{BAD5A697-3F65-0168-C90F-35CF5316F189}"/>
              </a:ext>
            </a:extLst>
          </p:cNvPr>
          <p:cNvGraphicFramePr>
            <a:graphicFrameLocks noGrp="1"/>
          </p:cNvGraphicFramePr>
          <p:nvPr/>
        </p:nvGraphicFramePr>
        <p:xfrm>
          <a:off x="500063" y="2190750"/>
          <a:ext cx="3657600" cy="1524000"/>
        </p:xfrm>
        <a:graphic>
          <a:graphicData uri="http://schemas.openxmlformats.org/drawingml/2006/table">
            <a:tbl>
              <a:tblPr firstRow="1" bandRow="1">
                <a:tableStyleId>{5C22544A-7EE6-4342-B048-85BDC9FD1C3A}</a:tableStyleId>
              </a:tblPr>
              <a:tblGrid>
                <a:gridCol w="1219200">
                  <a:extLst>
                    <a:ext uri="{9D8B030D-6E8A-4147-A177-3AD203B41FA5}">
                      <a16:colId xmlns:a16="http://schemas.microsoft.com/office/drawing/2014/main" val="20000"/>
                    </a:ext>
                  </a:extLst>
                </a:gridCol>
                <a:gridCol w="1219200">
                  <a:extLst>
                    <a:ext uri="{9D8B030D-6E8A-4147-A177-3AD203B41FA5}">
                      <a16:colId xmlns:a16="http://schemas.microsoft.com/office/drawing/2014/main" val="20001"/>
                    </a:ext>
                  </a:extLst>
                </a:gridCol>
                <a:gridCol w="1219200">
                  <a:extLst>
                    <a:ext uri="{9D8B030D-6E8A-4147-A177-3AD203B41FA5}">
                      <a16:colId xmlns:a16="http://schemas.microsoft.com/office/drawing/2014/main" val="20002"/>
                    </a:ext>
                  </a:extLst>
                </a:gridCol>
              </a:tblGrid>
              <a:tr h="233362">
                <a:tc>
                  <a:txBody>
                    <a:bodyPr/>
                    <a:lstStyle/>
                    <a:p>
                      <a:r>
                        <a:rPr lang="en-US" sz="1400" dirty="0" err="1">
                          <a:solidFill>
                            <a:srgbClr val="0070C0"/>
                          </a:solidFill>
                          <a:latin typeface="Calibri" pitchFamily="34" charset="0"/>
                        </a:rPr>
                        <a:t>RegNo</a:t>
                      </a:r>
                      <a:endParaRPr lang="en-US" sz="1400" dirty="0">
                        <a:solidFill>
                          <a:srgbClr val="0070C0"/>
                        </a:solidFill>
                        <a:latin typeface="Calibri"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dirty="0">
                          <a:solidFill>
                            <a:srgbClr val="0070C0"/>
                          </a:solidFill>
                          <a:latin typeface="Calibri" pitchFamily="34" charset="0"/>
                        </a:rPr>
                        <a:t>Name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dirty="0">
                          <a:solidFill>
                            <a:srgbClr val="0070C0"/>
                          </a:solidFill>
                          <a:latin typeface="Calibri" pitchFamily="34" charset="0"/>
                        </a:rPr>
                        <a:t>Program</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233362">
                <a:tc>
                  <a:txBody>
                    <a:bodyPr/>
                    <a:lstStyle/>
                    <a:p>
                      <a:r>
                        <a:rPr lang="en-US" sz="1400" dirty="0">
                          <a:latin typeface="Calibri" pitchFamily="34" charset="0"/>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dirty="0" err="1">
                          <a:latin typeface="Calibri" pitchFamily="34" charset="0"/>
                        </a:rPr>
                        <a:t>Arif</a:t>
                      </a:r>
                      <a:endParaRPr lang="en-US" sz="1400" dirty="0">
                        <a:latin typeface="Calibri"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dirty="0">
                          <a:latin typeface="Calibri" pitchFamily="34" charset="0"/>
                        </a:rPr>
                        <a:t>BSSE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233362">
                <a:tc>
                  <a:txBody>
                    <a:bodyPr/>
                    <a:lstStyle/>
                    <a:p>
                      <a:r>
                        <a:rPr lang="en-US" sz="1400" dirty="0">
                          <a:latin typeface="Calibri" pitchFamily="34" charset="0"/>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dirty="0" err="1">
                          <a:latin typeface="Calibri" pitchFamily="34" charset="0"/>
                        </a:rPr>
                        <a:t>Talha</a:t>
                      </a:r>
                      <a:endParaRPr lang="en-US" sz="1400" dirty="0">
                        <a:latin typeface="Calibri"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dirty="0">
                          <a:latin typeface="Calibri" pitchFamily="34" charset="0"/>
                        </a:rPr>
                        <a:t>BSIT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233362">
                <a:tc>
                  <a:txBody>
                    <a:bodyPr/>
                    <a:lstStyle/>
                    <a:p>
                      <a:r>
                        <a:rPr lang="en-US" sz="1400" dirty="0">
                          <a:latin typeface="Calibri" pitchFamily="34" charset="0"/>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dirty="0">
                          <a:latin typeface="Calibri" pitchFamily="34" charset="0"/>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dirty="0">
                          <a:latin typeface="Calibri" pitchFamily="34" charset="0"/>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233362">
                <a:tc>
                  <a:txBody>
                    <a:bodyPr/>
                    <a:lstStyle/>
                    <a:p>
                      <a:r>
                        <a:rPr lang="en-US" sz="1400" dirty="0">
                          <a:latin typeface="Calibri" pitchFamily="34" charset="0"/>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dirty="0">
                          <a:latin typeface="Calibri" pitchFamily="34" charset="0"/>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dirty="0">
                          <a:latin typeface="Calibri" pitchFamily="34" charset="0"/>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bl>
          </a:graphicData>
        </a:graphic>
      </p:graphicFrame>
      <p:graphicFrame>
        <p:nvGraphicFramePr>
          <p:cNvPr id="5" name="Table 4">
            <a:extLst>
              <a:ext uri="{FF2B5EF4-FFF2-40B4-BE49-F238E27FC236}">
                <a16:creationId xmlns:a16="http://schemas.microsoft.com/office/drawing/2014/main" id="{89576BCC-A478-5451-4A0F-4A0623D1E13B}"/>
              </a:ext>
            </a:extLst>
          </p:cNvPr>
          <p:cNvGraphicFramePr>
            <a:graphicFrameLocks noGrp="1"/>
          </p:cNvGraphicFramePr>
          <p:nvPr/>
        </p:nvGraphicFramePr>
        <p:xfrm>
          <a:off x="4557713" y="2133600"/>
          <a:ext cx="3657600" cy="2438400"/>
        </p:xfrm>
        <a:graphic>
          <a:graphicData uri="http://schemas.openxmlformats.org/drawingml/2006/table">
            <a:tbl>
              <a:tblPr firstRow="1" bandRow="1">
                <a:tableStyleId>{5C22544A-7EE6-4342-B048-85BDC9FD1C3A}</a:tableStyleId>
              </a:tblPr>
              <a:tblGrid>
                <a:gridCol w="1219200">
                  <a:extLst>
                    <a:ext uri="{9D8B030D-6E8A-4147-A177-3AD203B41FA5}">
                      <a16:colId xmlns:a16="http://schemas.microsoft.com/office/drawing/2014/main" val="20000"/>
                    </a:ext>
                  </a:extLst>
                </a:gridCol>
                <a:gridCol w="1219200">
                  <a:extLst>
                    <a:ext uri="{9D8B030D-6E8A-4147-A177-3AD203B41FA5}">
                      <a16:colId xmlns:a16="http://schemas.microsoft.com/office/drawing/2014/main" val="20001"/>
                    </a:ext>
                  </a:extLst>
                </a:gridCol>
                <a:gridCol w="1219200">
                  <a:extLst>
                    <a:ext uri="{9D8B030D-6E8A-4147-A177-3AD203B41FA5}">
                      <a16:colId xmlns:a16="http://schemas.microsoft.com/office/drawing/2014/main" val="20002"/>
                    </a:ext>
                  </a:extLst>
                </a:gridCol>
              </a:tblGrid>
              <a:tr h="233362">
                <a:tc>
                  <a:txBody>
                    <a:bodyPr/>
                    <a:lstStyle/>
                    <a:p>
                      <a:r>
                        <a:rPr lang="en-US" sz="1400" dirty="0" err="1">
                          <a:solidFill>
                            <a:srgbClr val="0070C0"/>
                          </a:solidFill>
                          <a:latin typeface="Calibri" pitchFamily="34" charset="0"/>
                        </a:rPr>
                        <a:t>RegNo</a:t>
                      </a:r>
                      <a:endParaRPr lang="en-US" sz="1400" dirty="0">
                        <a:solidFill>
                          <a:srgbClr val="0070C0"/>
                        </a:solidFill>
                        <a:latin typeface="Calibri"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dirty="0" err="1">
                          <a:solidFill>
                            <a:srgbClr val="0070C0"/>
                          </a:solidFill>
                          <a:latin typeface="Calibri" pitchFamily="34" charset="0"/>
                        </a:rPr>
                        <a:t>C_Code</a:t>
                      </a:r>
                      <a:endParaRPr lang="en-US" sz="1400" dirty="0">
                        <a:solidFill>
                          <a:srgbClr val="0070C0"/>
                        </a:solidFill>
                        <a:latin typeface="Calibri"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dirty="0" err="1">
                          <a:solidFill>
                            <a:srgbClr val="0070C0"/>
                          </a:solidFill>
                          <a:latin typeface="Calibri" pitchFamily="34" charset="0"/>
                        </a:rPr>
                        <a:t>C_Grade</a:t>
                      </a:r>
                      <a:endParaRPr lang="en-US" sz="1400" dirty="0">
                        <a:solidFill>
                          <a:srgbClr val="0070C0"/>
                        </a:solidFill>
                        <a:latin typeface="Calibri"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233362">
                <a:tc>
                  <a:txBody>
                    <a:bodyPr/>
                    <a:lstStyle/>
                    <a:p>
                      <a:r>
                        <a:rPr lang="en-US" sz="1400" dirty="0">
                          <a:latin typeface="Calibri" pitchFamily="34" charset="0"/>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dirty="0">
                          <a:latin typeface="Calibri" pitchFamily="34" charset="0"/>
                        </a:rPr>
                        <a:t>310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dirty="0">
                          <a:latin typeface="Calibri" pitchFamily="34" charset="0"/>
                        </a:rPr>
                        <a:t>B</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233362">
                <a:tc>
                  <a:txBody>
                    <a:bodyPr/>
                    <a:lstStyle/>
                    <a:p>
                      <a:r>
                        <a:rPr lang="en-US" sz="1400" dirty="0">
                          <a:latin typeface="Calibri" pitchFamily="34" charset="0"/>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dirty="0">
                          <a:latin typeface="Calibri" pitchFamily="34" charset="0"/>
                        </a:rPr>
                        <a:t>311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dirty="0">
                          <a:latin typeface="Calibri" pitchFamily="34" charset="0"/>
                        </a:rPr>
                        <a:t>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233362">
                <a:tc>
                  <a:txBody>
                    <a:bodyPr/>
                    <a:lstStyle/>
                    <a:p>
                      <a:r>
                        <a:rPr lang="en-US" sz="1400" dirty="0">
                          <a:latin typeface="Calibri" pitchFamily="34" charset="0"/>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dirty="0">
                          <a:latin typeface="Calibri" pitchFamily="34" charset="0"/>
                        </a:rPr>
                        <a:t>312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dirty="0">
                          <a:latin typeface="Calibri" pitchFamily="34" charset="0"/>
                        </a:rPr>
                        <a:t>C</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233362">
                <a:tc>
                  <a:txBody>
                    <a:bodyPr/>
                    <a:lstStyle/>
                    <a:p>
                      <a:r>
                        <a:rPr lang="en-US" sz="1400" dirty="0">
                          <a:latin typeface="Calibri" pitchFamily="34" charset="0"/>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dirty="0">
                          <a:latin typeface="Calibri" pitchFamily="34" charset="0"/>
                        </a:rPr>
                        <a:t>310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dirty="0">
                          <a:latin typeface="Calibri" pitchFamily="34" charset="0"/>
                        </a:rPr>
                        <a:t>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r h="233362">
                <a:tc>
                  <a:txBody>
                    <a:bodyPr/>
                    <a:lstStyle/>
                    <a:p>
                      <a:r>
                        <a:rPr lang="en-US" sz="1400" dirty="0">
                          <a:latin typeface="Calibri" pitchFamily="34" charset="0"/>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dirty="0">
                          <a:latin typeface="Calibri" pitchFamily="34" charset="0"/>
                        </a:rPr>
                        <a:t>311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dirty="0">
                          <a:latin typeface="Calibri" pitchFamily="34" charset="0"/>
                        </a:rPr>
                        <a:t>C</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5"/>
                  </a:ext>
                </a:extLst>
              </a:tr>
              <a:tr h="233362">
                <a:tc>
                  <a:txBody>
                    <a:bodyPr/>
                    <a:lstStyle/>
                    <a:p>
                      <a:r>
                        <a:rPr lang="en-US" sz="1400" dirty="0">
                          <a:latin typeface="Calibri" pitchFamily="34" charset="0"/>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dirty="0">
                          <a:latin typeface="Calibri" pitchFamily="34" charset="0"/>
                        </a:rPr>
                        <a:t>312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dirty="0">
                          <a:latin typeface="Calibri" pitchFamily="34" charset="0"/>
                        </a:rPr>
                        <a:t>B</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6"/>
                  </a:ext>
                </a:extLst>
              </a:tr>
              <a:tr h="233362">
                <a:tc>
                  <a:txBody>
                    <a:bodyPr/>
                    <a:lstStyle/>
                    <a:p>
                      <a:r>
                        <a:rPr lang="en-US" sz="1400" dirty="0">
                          <a:latin typeface="Calibri" pitchFamily="34" charset="0"/>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dirty="0">
                          <a:latin typeface="Calibri" pitchFamily="34" charset="0"/>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dirty="0">
                          <a:latin typeface="Calibri" pitchFamily="34" charset="0"/>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7"/>
                  </a:ext>
                </a:extLst>
              </a:tr>
            </a:tbl>
          </a:graphicData>
        </a:graphic>
      </p:graphicFrame>
    </p:spTree>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a:extLst>
              <a:ext uri="{FF2B5EF4-FFF2-40B4-BE49-F238E27FC236}">
                <a16:creationId xmlns:a16="http://schemas.microsoft.com/office/drawing/2014/main" id="{2867699E-E2A3-9AC4-1103-13A97356A61A}"/>
              </a:ext>
            </a:extLst>
          </p:cNvPr>
          <p:cNvSpPr>
            <a:spLocks noGrp="1" noChangeArrowheads="1"/>
          </p:cNvSpPr>
          <p:nvPr>
            <p:ph type="title"/>
          </p:nvPr>
        </p:nvSpPr>
        <p:spPr>
          <a:xfrm>
            <a:off x="323850" y="620713"/>
            <a:ext cx="6048375" cy="504825"/>
          </a:xfrm>
          <a:noFill/>
        </p:spPr>
        <p:txBody>
          <a:bodyPr/>
          <a:lstStyle/>
          <a:p>
            <a:r>
              <a:rPr lang="en-US" altLang="en-US" sz="2800" b="1">
                <a:solidFill>
                  <a:srgbClr val="800000"/>
                </a:solidFill>
              </a:rPr>
              <a:t>Fifth Normal Form (5NF)  </a:t>
            </a:r>
          </a:p>
        </p:txBody>
      </p:sp>
      <p:sp>
        <p:nvSpPr>
          <p:cNvPr id="35843" name="Rectangle 3">
            <a:extLst>
              <a:ext uri="{FF2B5EF4-FFF2-40B4-BE49-F238E27FC236}">
                <a16:creationId xmlns:a16="http://schemas.microsoft.com/office/drawing/2014/main" id="{1402299A-7430-436F-1CA4-D9E6F41C3F60}"/>
              </a:ext>
            </a:extLst>
          </p:cNvPr>
          <p:cNvSpPr>
            <a:spLocks noGrp="1" noChangeArrowheads="1"/>
          </p:cNvSpPr>
          <p:nvPr>
            <p:ph type="body" idx="1"/>
          </p:nvPr>
        </p:nvSpPr>
        <p:spPr>
          <a:xfrm>
            <a:off x="323850" y="1335088"/>
            <a:ext cx="8497888" cy="736600"/>
          </a:xfrm>
        </p:spPr>
        <p:txBody>
          <a:bodyPr/>
          <a:lstStyle/>
          <a:p>
            <a:pPr>
              <a:defRPr/>
            </a:pPr>
            <a:r>
              <a:rPr lang="en-US" sz="2000" dirty="0">
                <a:latin typeface="Calibri" pitchFamily="34" charset="0"/>
              </a:rPr>
              <a:t>The Tuples of two relations and the tuples obtained by natural join of the relations are given as under:</a:t>
            </a:r>
          </a:p>
          <a:p>
            <a:pPr marL="609600" indent="-609600">
              <a:defRPr/>
            </a:pPr>
            <a:endParaRPr lang="en-US" sz="2000" dirty="0">
              <a:latin typeface="Calibri" pitchFamily="34" charset="0"/>
            </a:endParaRPr>
          </a:p>
          <a:p>
            <a:pPr marL="609600" indent="-609600">
              <a:defRPr/>
            </a:pPr>
            <a:endParaRPr lang="en-US" sz="2000" dirty="0">
              <a:latin typeface="Calibri" pitchFamily="34" charset="0"/>
            </a:endParaRPr>
          </a:p>
          <a:p>
            <a:pPr marL="609600" indent="-609600">
              <a:defRPr/>
            </a:pPr>
            <a:endParaRPr lang="en-US" sz="2000" dirty="0">
              <a:latin typeface="Calibri" pitchFamily="34" charset="0"/>
            </a:endParaRPr>
          </a:p>
          <a:p>
            <a:pPr marL="609600" indent="-609600">
              <a:buFontTx/>
              <a:buNone/>
              <a:defRPr/>
            </a:pPr>
            <a:endParaRPr lang="en-US" sz="2000" dirty="0">
              <a:latin typeface="Calibri" pitchFamily="34" charset="0"/>
            </a:endParaRPr>
          </a:p>
          <a:p>
            <a:pPr marL="609600" indent="-609600">
              <a:defRPr/>
            </a:pPr>
            <a:endParaRPr lang="en-US" sz="2000" dirty="0">
              <a:latin typeface="Calibri" pitchFamily="34" charset="0"/>
            </a:endParaRPr>
          </a:p>
          <a:p>
            <a:pPr marL="609600" indent="-609600">
              <a:defRPr/>
            </a:pPr>
            <a:endParaRPr lang="en-US" sz="2000" dirty="0">
              <a:latin typeface="Calibri" pitchFamily="34" charset="0"/>
            </a:endParaRPr>
          </a:p>
          <a:p>
            <a:pPr marL="609600" indent="-609600">
              <a:defRPr/>
            </a:pPr>
            <a:endParaRPr lang="en-US" sz="2000" dirty="0">
              <a:latin typeface="Calibri" pitchFamily="34" charset="0"/>
            </a:endParaRPr>
          </a:p>
          <a:p>
            <a:pPr marL="609600" indent="-609600">
              <a:defRPr/>
            </a:pPr>
            <a:endParaRPr lang="en-US" sz="2000" dirty="0">
              <a:latin typeface="Calibri" pitchFamily="34" charset="0"/>
            </a:endParaRPr>
          </a:p>
          <a:p>
            <a:pPr marL="609600" indent="-609600">
              <a:defRPr/>
            </a:pPr>
            <a:endParaRPr lang="en-US" sz="2000" dirty="0">
              <a:latin typeface="Calibri" pitchFamily="34" charset="0"/>
            </a:endParaRPr>
          </a:p>
          <a:p>
            <a:pPr marL="609600" indent="-609600">
              <a:defRPr/>
            </a:pPr>
            <a:endParaRPr lang="en-US" sz="2000" dirty="0">
              <a:latin typeface="Calibri" pitchFamily="34" charset="0"/>
            </a:endParaRPr>
          </a:p>
          <a:p>
            <a:pPr marL="609600" indent="-609600">
              <a:buFontTx/>
              <a:buNone/>
              <a:defRPr/>
            </a:pPr>
            <a:endParaRPr lang="en-US" sz="2000" dirty="0">
              <a:latin typeface="Calibri" pitchFamily="34" charset="0"/>
            </a:endParaRPr>
          </a:p>
          <a:p>
            <a:pPr marL="609600" indent="-609600">
              <a:defRPr/>
            </a:pPr>
            <a:endParaRPr lang="en-US" sz="2000" dirty="0">
              <a:latin typeface="Calibri" pitchFamily="34" charset="0"/>
            </a:endParaRPr>
          </a:p>
          <a:p>
            <a:pPr marL="609600" indent="-609600">
              <a:defRPr/>
            </a:pPr>
            <a:endParaRPr lang="en-US" sz="2000" dirty="0">
              <a:latin typeface="Calibri" pitchFamily="34" charset="0"/>
            </a:endParaRPr>
          </a:p>
          <a:p>
            <a:pPr marL="609600" indent="-609600">
              <a:buFontTx/>
              <a:buNone/>
              <a:defRPr/>
            </a:pPr>
            <a:r>
              <a:rPr lang="en-US" sz="2000" dirty="0">
                <a:latin typeface="Calibri" pitchFamily="34" charset="0"/>
              </a:rPr>
              <a:t>	</a:t>
            </a:r>
            <a:endParaRPr lang="en-US" sz="2000" dirty="0">
              <a:solidFill>
                <a:schemeClr val="accent2"/>
              </a:solidFill>
              <a:latin typeface="Calibri" pitchFamily="34" charset="0"/>
            </a:endParaRPr>
          </a:p>
        </p:txBody>
      </p:sp>
      <p:graphicFrame>
        <p:nvGraphicFramePr>
          <p:cNvPr id="4" name="Table 3">
            <a:extLst>
              <a:ext uri="{FF2B5EF4-FFF2-40B4-BE49-F238E27FC236}">
                <a16:creationId xmlns:a16="http://schemas.microsoft.com/office/drawing/2014/main" id="{B0608D1C-7396-C54C-82AE-705419C5FF1A}"/>
              </a:ext>
            </a:extLst>
          </p:cNvPr>
          <p:cNvGraphicFramePr>
            <a:graphicFrameLocks noGrp="1"/>
          </p:cNvGraphicFramePr>
          <p:nvPr/>
        </p:nvGraphicFramePr>
        <p:xfrm>
          <a:off x="500063" y="2290763"/>
          <a:ext cx="1500187" cy="2438400"/>
        </p:xfrm>
        <a:graphic>
          <a:graphicData uri="http://schemas.openxmlformats.org/drawingml/2006/table">
            <a:tbl>
              <a:tblPr firstRow="1" bandRow="1">
                <a:tableStyleId>{5C22544A-7EE6-4342-B048-85BDC9FD1C3A}</a:tableStyleId>
              </a:tblPr>
              <a:tblGrid>
                <a:gridCol w="714375">
                  <a:extLst>
                    <a:ext uri="{9D8B030D-6E8A-4147-A177-3AD203B41FA5}">
                      <a16:colId xmlns:a16="http://schemas.microsoft.com/office/drawing/2014/main" val="20000"/>
                    </a:ext>
                  </a:extLst>
                </a:gridCol>
                <a:gridCol w="785812">
                  <a:extLst>
                    <a:ext uri="{9D8B030D-6E8A-4147-A177-3AD203B41FA5}">
                      <a16:colId xmlns:a16="http://schemas.microsoft.com/office/drawing/2014/main" val="20001"/>
                    </a:ext>
                  </a:extLst>
                </a:gridCol>
              </a:tblGrid>
              <a:tr h="233362">
                <a:tc>
                  <a:txBody>
                    <a:bodyPr/>
                    <a:lstStyle/>
                    <a:p>
                      <a:r>
                        <a:rPr lang="en-US" sz="1400" dirty="0" err="1">
                          <a:solidFill>
                            <a:srgbClr val="0070C0"/>
                          </a:solidFill>
                          <a:latin typeface="Calibri" pitchFamily="34" charset="0"/>
                        </a:rPr>
                        <a:t>RegNo</a:t>
                      </a:r>
                      <a:endParaRPr lang="en-US" sz="1400" dirty="0">
                        <a:solidFill>
                          <a:srgbClr val="0070C0"/>
                        </a:solidFill>
                        <a:latin typeface="Calibri" pitchFamily="34" charset="0"/>
                      </a:endParaRPr>
                    </a:p>
                  </a:txBody>
                  <a:tcPr marL="91439" marR="9143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dirty="0" err="1">
                          <a:solidFill>
                            <a:srgbClr val="0070C0"/>
                          </a:solidFill>
                          <a:latin typeface="Calibri" pitchFamily="34" charset="0"/>
                        </a:rPr>
                        <a:t>C_Code</a:t>
                      </a:r>
                      <a:endParaRPr lang="en-US" sz="1400" dirty="0">
                        <a:solidFill>
                          <a:srgbClr val="0070C0"/>
                        </a:solidFill>
                        <a:latin typeface="Calibri" pitchFamily="34" charset="0"/>
                      </a:endParaRPr>
                    </a:p>
                  </a:txBody>
                  <a:tcPr marL="91439" marR="9143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233362">
                <a:tc>
                  <a:txBody>
                    <a:bodyPr/>
                    <a:lstStyle/>
                    <a:p>
                      <a:r>
                        <a:rPr lang="en-US" sz="1400" dirty="0">
                          <a:latin typeface="Calibri" pitchFamily="34" charset="0"/>
                        </a:rPr>
                        <a:t>1</a:t>
                      </a:r>
                    </a:p>
                  </a:txBody>
                  <a:tcPr marL="91439" marR="9143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dirty="0">
                          <a:latin typeface="Calibri" pitchFamily="34" charset="0"/>
                        </a:rPr>
                        <a:t>310</a:t>
                      </a:r>
                    </a:p>
                  </a:txBody>
                  <a:tcPr marL="91439" marR="9143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233362">
                <a:tc>
                  <a:txBody>
                    <a:bodyPr/>
                    <a:lstStyle/>
                    <a:p>
                      <a:r>
                        <a:rPr lang="en-US" sz="1400" dirty="0">
                          <a:latin typeface="Calibri" pitchFamily="34" charset="0"/>
                        </a:rPr>
                        <a:t>1</a:t>
                      </a:r>
                    </a:p>
                  </a:txBody>
                  <a:tcPr marL="91439" marR="9143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dirty="0">
                          <a:latin typeface="Calibri" pitchFamily="34" charset="0"/>
                        </a:rPr>
                        <a:t>311</a:t>
                      </a:r>
                    </a:p>
                  </a:txBody>
                  <a:tcPr marL="91439" marR="9143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233362">
                <a:tc>
                  <a:txBody>
                    <a:bodyPr/>
                    <a:lstStyle/>
                    <a:p>
                      <a:r>
                        <a:rPr lang="en-US" sz="1400" dirty="0">
                          <a:latin typeface="Calibri" pitchFamily="34" charset="0"/>
                        </a:rPr>
                        <a:t>1</a:t>
                      </a:r>
                    </a:p>
                  </a:txBody>
                  <a:tcPr marL="91439" marR="9143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dirty="0">
                          <a:latin typeface="Calibri" pitchFamily="34" charset="0"/>
                        </a:rPr>
                        <a:t>312</a:t>
                      </a:r>
                    </a:p>
                  </a:txBody>
                  <a:tcPr marL="91439" marR="9143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233362">
                <a:tc>
                  <a:txBody>
                    <a:bodyPr/>
                    <a:lstStyle/>
                    <a:p>
                      <a:r>
                        <a:rPr lang="en-US" sz="1400" dirty="0">
                          <a:latin typeface="Calibri" pitchFamily="34" charset="0"/>
                        </a:rPr>
                        <a:t>2</a:t>
                      </a:r>
                    </a:p>
                  </a:txBody>
                  <a:tcPr marL="91439" marR="9143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dirty="0">
                          <a:latin typeface="Calibri" pitchFamily="34" charset="0"/>
                        </a:rPr>
                        <a:t>310</a:t>
                      </a:r>
                    </a:p>
                  </a:txBody>
                  <a:tcPr marL="91439" marR="9143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r h="233362">
                <a:tc>
                  <a:txBody>
                    <a:bodyPr/>
                    <a:lstStyle/>
                    <a:p>
                      <a:r>
                        <a:rPr lang="en-US" sz="1400" dirty="0">
                          <a:latin typeface="Calibri" pitchFamily="34" charset="0"/>
                        </a:rPr>
                        <a:t>2</a:t>
                      </a:r>
                    </a:p>
                  </a:txBody>
                  <a:tcPr marL="91439" marR="9143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dirty="0">
                          <a:latin typeface="Calibri" pitchFamily="34" charset="0"/>
                        </a:rPr>
                        <a:t>311</a:t>
                      </a:r>
                    </a:p>
                  </a:txBody>
                  <a:tcPr marL="91439" marR="9143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5"/>
                  </a:ext>
                </a:extLst>
              </a:tr>
              <a:tr h="233362">
                <a:tc>
                  <a:txBody>
                    <a:bodyPr/>
                    <a:lstStyle/>
                    <a:p>
                      <a:r>
                        <a:rPr lang="en-US" sz="1400" dirty="0">
                          <a:latin typeface="Calibri" pitchFamily="34" charset="0"/>
                        </a:rPr>
                        <a:t>2</a:t>
                      </a:r>
                    </a:p>
                  </a:txBody>
                  <a:tcPr marL="91439" marR="9143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dirty="0">
                          <a:latin typeface="Calibri" pitchFamily="34" charset="0"/>
                        </a:rPr>
                        <a:t>312</a:t>
                      </a:r>
                    </a:p>
                  </a:txBody>
                  <a:tcPr marL="91439" marR="9143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6"/>
                  </a:ext>
                </a:extLst>
              </a:tr>
              <a:tr h="233362">
                <a:tc>
                  <a:txBody>
                    <a:bodyPr/>
                    <a:lstStyle/>
                    <a:p>
                      <a:r>
                        <a:rPr lang="en-US" sz="1400" dirty="0">
                          <a:latin typeface="Calibri" pitchFamily="34" charset="0"/>
                        </a:rPr>
                        <a:t>.</a:t>
                      </a:r>
                    </a:p>
                  </a:txBody>
                  <a:tcPr marL="91439" marR="9143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dirty="0">
                          <a:latin typeface="Calibri" pitchFamily="34" charset="0"/>
                        </a:rPr>
                        <a:t>.</a:t>
                      </a:r>
                    </a:p>
                  </a:txBody>
                  <a:tcPr marL="91439" marR="9143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7"/>
                  </a:ext>
                </a:extLst>
              </a:tr>
            </a:tbl>
          </a:graphicData>
        </a:graphic>
      </p:graphicFrame>
      <p:graphicFrame>
        <p:nvGraphicFramePr>
          <p:cNvPr id="5" name="Table 4">
            <a:extLst>
              <a:ext uri="{FF2B5EF4-FFF2-40B4-BE49-F238E27FC236}">
                <a16:creationId xmlns:a16="http://schemas.microsoft.com/office/drawing/2014/main" id="{CABE010E-F9E4-DADA-209F-ABAE65BDB674}"/>
              </a:ext>
            </a:extLst>
          </p:cNvPr>
          <p:cNvGraphicFramePr>
            <a:graphicFrameLocks noGrp="1"/>
          </p:cNvGraphicFramePr>
          <p:nvPr/>
        </p:nvGraphicFramePr>
        <p:xfrm>
          <a:off x="4843463" y="1857375"/>
          <a:ext cx="2371725" cy="4500567"/>
        </p:xfrm>
        <a:graphic>
          <a:graphicData uri="http://schemas.openxmlformats.org/drawingml/2006/table">
            <a:tbl>
              <a:tblPr firstRow="1" bandRow="1">
                <a:tableStyleId>{5C22544A-7EE6-4342-B048-85BDC9FD1C3A}</a:tableStyleId>
              </a:tblPr>
              <a:tblGrid>
                <a:gridCol w="728645">
                  <a:extLst>
                    <a:ext uri="{9D8B030D-6E8A-4147-A177-3AD203B41FA5}">
                      <a16:colId xmlns:a16="http://schemas.microsoft.com/office/drawing/2014/main" val="20000"/>
                    </a:ext>
                  </a:extLst>
                </a:gridCol>
                <a:gridCol w="785821">
                  <a:extLst>
                    <a:ext uri="{9D8B030D-6E8A-4147-A177-3AD203B41FA5}">
                      <a16:colId xmlns:a16="http://schemas.microsoft.com/office/drawing/2014/main" val="20001"/>
                    </a:ext>
                  </a:extLst>
                </a:gridCol>
                <a:gridCol w="857259">
                  <a:extLst>
                    <a:ext uri="{9D8B030D-6E8A-4147-A177-3AD203B41FA5}">
                      <a16:colId xmlns:a16="http://schemas.microsoft.com/office/drawing/2014/main" val="20002"/>
                    </a:ext>
                  </a:extLst>
                </a:gridCol>
              </a:tblGrid>
              <a:tr h="304800">
                <a:tc>
                  <a:txBody>
                    <a:bodyPr/>
                    <a:lstStyle/>
                    <a:p>
                      <a:r>
                        <a:rPr lang="en-US" sz="1400" dirty="0" err="1">
                          <a:solidFill>
                            <a:srgbClr val="0070C0"/>
                          </a:solidFill>
                          <a:latin typeface="Calibri" pitchFamily="34" charset="0"/>
                        </a:rPr>
                        <a:t>RegNo</a:t>
                      </a:r>
                      <a:endParaRPr lang="en-US" sz="1400" dirty="0">
                        <a:solidFill>
                          <a:srgbClr val="0070C0"/>
                        </a:solidFill>
                        <a:latin typeface="Calibri"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dirty="0" err="1">
                          <a:solidFill>
                            <a:srgbClr val="0070C0"/>
                          </a:solidFill>
                          <a:latin typeface="Calibri" pitchFamily="34" charset="0"/>
                        </a:rPr>
                        <a:t>C_Code</a:t>
                      </a:r>
                      <a:endParaRPr lang="en-US" sz="1400" dirty="0">
                        <a:solidFill>
                          <a:srgbClr val="0070C0"/>
                        </a:solidFill>
                        <a:latin typeface="Calibri"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dirty="0" err="1">
                          <a:solidFill>
                            <a:srgbClr val="0070C0"/>
                          </a:solidFill>
                          <a:latin typeface="Calibri" pitchFamily="34" charset="0"/>
                        </a:rPr>
                        <a:t>C_Grade</a:t>
                      </a:r>
                      <a:endParaRPr lang="en-US" sz="1400" dirty="0">
                        <a:solidFill>
                          <a:srgbClr val="0070C0"/>
                        </a:solidFill>
                        <a:latin typeface="Calibri"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304800">
                <a:tc>
                  <a:txBody>
                    <a:bodyPr/>
                    <a:lstStyle/>
                    <a:p>
                      <a:r>
                        <a:rPr lang="en-US" sz="1400" dirty="0">
                          <a:latin typeface="Calibri" pitchFamily="34" charset="0"/>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dirty="0">
                          <a:latin typeface="Calibri" pitchFamily="34" charset="0"/>
                        </a:rPr>
                        <a:t>310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dirty="0">
                          <a:latin typeface="Calibri" pitchFamily="34" charset="0"/>
                        </a:rPr>
                        <a:t>B</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304800">
                <a:tc>
                  <a:txBody>
                    <a:bodyPr/>
                    <a:lstStyle/>
                    <a:p>
                      <a:r>
                        <a:rPr lang="en-US" sz="1400" dirty="0">
                          <a:latin typeface="Calibri" pitchFamily="34" charset="0"/>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5050"/>
                    </a:solidFill>
                  </a:tcPr>
                </a:tc>
                <a:tc>
                  <a:txBody>
                    <a:bodyPr/>
                    <a:lstStyle/>
                    <a:p>
                      <a:r>
                        <a:rPr lang="en-US" sz="1400" dirty="0">
                          <a:latin typeface="Calibri" pitchFamily="34" charset="0"/>
                        </a:rPr>
                        <a:t>310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5050"/>
                    </a:solidFill>
                  </a:tcPr>
                </a:tc>
                <a:tc>
                  <a:txBody>
                    <a:bodyPr/>
                    <a:lstStyle/>
                    <a:p>
                      <a:r>
                        <a:rPr lang="en-US" sz="1400" dirty="0">
                          <a:latin typeface="Calibri" pitchFamily="34" charset="0"/>
                        </a:rPr>
                        <a:t>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5050"/>
                    </a:solidFill>
                  </a:tcPr>
                </a:tc>
                <a:extLst>
                  <a:ext uri="{0D108BD9-81ED-4DB2-BD59-A6C34878D82A}">
                    <a16:rowId xmlns:a16="http://schemas.microsoft.com/office/drawing/2014/main" val="10002"/>
                  </a:ext>
                </a:extLst>
              </a:tr>
              <a:tr h="304800">
                <a:tc>
                  <a:txBody>
                    <a:bodyPr/>
                    <a:lstStyle/>
                    <a:p>
                      <a:r>
                        <a:rPr lang="en-US" sz="1400" dirty="0">
                          <a:latin typeface="Calibri" pitchFamily="34" charset="0"/>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dirty="0">
                          <a:latin typeface="Calibri" pitchFamily="34" charset="0"/>
                        </a:rPr>
                        <a:t>311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dirty="0">
                          <a:latin typeface="Calibri" pitchFamily="34" charset="0"/>
                        </a:rPr>
                        <a:t>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304800">
                <a:tc>
                  <a:txBody>
                    <a:bodyPr/>
                    <a:lstStyle/>
                    <a:p>
                      <a:pPr marL="0" algn="l" defTabSz="914400" rtl="0" eaLnBrk="1" latinLnBrk="0" hangingPunct="1"/>
                      <a:r>
                        <a:rPr lang="en-US" sz="1400" kern="1200" dirty="0">
                          <a:solidFill>
                            <a:schemeClr val="dk1"/>
                          </a:solidFill>
                          <a:latin typeface="Calibri" pitchFamily="34" charset="0"/>
                          <a:ea typeface="+mn-ea"/>
                          <a:cs typeface="+mn-cs"/>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5050"/>
                    </a:solidFill>
                  </a:tcPr>
                </a:tc>
                <a:tc>
                  <a:txBody>
                    <a:bodyPr/>
                    <a:lstStyle/>
                    <a:p>
                      <a:pPr marL="0" algn="l" defTabSz="914400" rtl="0" eaLnBrk="1" latinLnBrk="0" hangingPunct="1"/>
                      <a:r>
                        <a:rPr lang="en-US" sz="1400" kern="1200" dirty="0">
                          <a:solidFill>
                            <a:schemeClr val="dk1"/>
                          </a:solidFill>
                          <a:latin typeface="Calibri" pitchFamily="34" charset="0"/>
                          <a:ea typeface="+mn-ea"/>
                          <a:cs typeface="+mn-cs"/>
                        </a:rPr>
                        <a:t>311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5050"/>
                    </a:solidFill>
                  </a:tcPr>
                </a:tc>
                <a:tc>
                  <a:txBody>
                    <a:bodyPr/>
                    <a:lstStyle/>
                    <a:p>
                      <a:pPr marL="0" algn="l" defTabSz="914400" rtl="0" eaLnBrk="1" latinLnBrk="0" hangingPunct="1"/>
                      <a:r>
                        <a:rPr lang="en-US" sz="1400" kern="1200" dirty="0">
                          <a:solidFill>
                            <a:schemeClr val="dk1"/>
                          </a:solidFill>
                          <a:latin typeface="Calibri" pitchFamily="34" charset="0"/>
                          <a:ea typeface="+mn-ea"/>
                          <a:cs typeface="+mn-cs"/>
                        </a:rPr>
                        <a:t>C</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5050"/>
                    </a:solidFill>
                  </a:tcPr>
                </a:tc>
                <a:extLst>
                  <a:ext uri="{0D108BD9-81ED-4DB2-BD59-A6C34878D82A}">
                    <a16:rowId xmlns:a16="http://schemas.microsoft.com/office/drawing/2014/main" val="10004"/>
                  </a:ext>
                </a:extLst>
              </a:tr>
              <a:tr h="304800">
                <a:tc>
                  <a:txBody>
                    <a:bodyPr/>
                    <a:lstStyle/>
                    <a:p>
                      <a:r>
                        <a:rPr lang="en-US" sz="1400" dirty="0">
                          <a:latin typeface="Calibri" pitchFamily="34" charset="0"/>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dirty="0">
                          <a:latin typeface="Calibri" pitchFamily="34" charset="0"/>
                        </a:rPr>
                        <a:t>312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dirty="0">
                          <a:latin typeface="Calibri" pitchFamily="34" charset="0"/>
                        </a:rPr>
                        <a:t>C</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5"/>
                  </a:ext>
                </a:extLst>
              </a:tr>
              <a:tr h="304800">
                <a:tc>
                  <a:txBody>
                    <a:bodyPr/>
                    <a:lstStyle/>
                    <a:p>
                      <a:r>
                        <a:rPr lang="en-US" sz="1400" dirty="0">
                          <a:latin typeface="Calibri" pitchFamily="34" charset="0"/>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5050"/>
                    </a:solidFill>
                  </a:tcPr>
                </a:tc>
                <a:tc>
                  <a:txBody>
                    <a:bodyPr/>
                    <a:lstStyle/>
                    <a:p>
                      <a:r>
                        <a:rPr lang="en-US" sz="1400" dirty="0">
                          <a:latin typeface="Calibri" pitchFamily="34" charset="0"/>
                        </a:rPr>
                        <a:t>312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5050"/>
                    </a:solidFill>
                  </a:tcPr>
                </a:tc>
                <a:tc>
                  <a:txBody>
                    <a:bodyPr/>
                    <a:lstStyle/>
                    <a:p>
                      <a:r>
                        <a:rPr lang="en-US" sz="1400" dirty="0">
                          <a:latin typeface="Calibri" pitchFamily="34" charset="0"/>
                        </a:rPr>
                        <a:t>B</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5050"/>
                    </a:solidFill>
                  </a:tcPr>
                </a:tc>
                <a:extLst>
                  <a:ext uri="{0D108BD9-81ED-4DB2-BD59-A6C34878D82A}">
                    <a16:rowId xmlns:a16="http://schemas.microsoft.com/office/drawing/2014/main" val="10006"/>
                  </a:ext>
                </a:extLst>
              </a:tr>
              <a:tr h="304800">
                <a:tc>
                  <a:txBody>
                    <a:bodyPr/>
                    <a:lstStyle/>
                    <a:p>
                      <a:r>
                        <a:rPr lang="en-US" sz="1400" dirty="0">
                          <a:latin typeface="Calibri" pitchFamily="34" charset="0"/>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5050"/>
                    </a:solidFill>
                  </a:tcPr>
                </a:tc>
                <a:tc>
                  <a:txBody>
                    <a:bodyPr/>
                    <a:lstStyle/>
                    <a:p>
                      <a:r>
                        <a:rPr lang="en-US" sz="1400" dirty="0">
                          <a:latin typeface="Calibri" pitchFamily="34" charset="0"/>
                        </a:rPr>
                        <a:t>310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5050"/>
                    </a:solidFill>
                  </a:tcPr>
                </a:tc>
                <a:tc>
                  <a:txBody>
                    <a:bodyPr/>
                    <a:lstStyle/>
                    <a:p>
                      <a:r>
                        <a:rPr lang="en-US" sz="1400" dirty="0">
                          <a:latin typeface="Calibri" pitchFamily="34" charset="0"/>
                        </a:rPr>
                        <a:t>B</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5050"/>
                    </a:solidFill>
                  </a:tcPr>
                </a:tc>
                <a:extLst>
                  <a:ext uri="{0D108BD9-81ED-4DB2-BD59-A6C34878D82A}">
                    <a16:rowId xmlns:a16="http://schemas.microsoft.com/office/drawing/2014/main" val="10007"/>
                  </a:ext>
                </a:extLst>
              </a:tr>
              <a:tr h="304800">
                <a:tc>
                  <a:txBody>
                    <a:bodyPr/>
                    <a:lstStyle/>
                    <a:p>
                      <a:r>
                        <a:rPr lang="en-US" sz="1400" dirty="0">
                          <a:latin typeface="Calibri" pitchFamily="34" charset="0"/>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dirty="0">
                          <a:latin typeface="Calibri" pitchFamily="34" charset="0"/>
                        </a:rPr>
                        <a:t>310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dirty="0">
                          <a:latin typeface="Calibri" pitchFamily="34" charset="0"/>
                        </a:rPr>
                        <a:t>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8"/>
                  </a:ext>
                </a:extLst>
              </a:tr>
              <a:tr h="304800">
                <a:tc>
                  <a:txBody>
                    <a:bodyPr/>
                    <a:lstStyle/>
                    <a:p>
                      <a:r>
                        <a:rPr lang="en-US" sz="1400" dirty="0">
                          <a:latin typeface="Calibri" pitchFamily="34" charset="0"/>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5050"/>
                    </a:solidFill>
                  </a:tcPr>
                </a:tc>
                <a:tc>
                  <a:txBody>
                    <a:bodyPr/>
                    <a:lstStyle/>
                    <a:p>
                      <a:r>
                        <a:rPr lang="en-US" sz="1400" dirty="0">
                          <a:latin typeface="Calibri" pitchFamily="34" charset="0"/>
                        </a:rPr>
                        <a:t>311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5050"/>
                    </a:solidFill>
                  </a:tcPr>
                </a:tc>
                <a:tc>
                  <a:txBody>
                    <a:bodyPr/>
                    <a:lstStyle/>
                    <a:p>
                      <a:r>
                        <a:rPr lang="en-US" sz="1400" dirty="0">
                          <a:latin typeface="Calibri" pitchFamily="34" charset="0"/>
                        </a:rPr>
                        <a:t>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5050"/>
                    </a:solidFill>
                  </a:tcPr>
                </a:tc>
                <a:extLst>
                  <a:ext uri="{0D108BD9-81ED-4DB2-BD59-A6C34878D82A}">
                    <a16:rowId xmlns:a16="http://schemas.microsoft.com/office/drawing/2014/main" val="10009"/>
                  </a:ext>
                </a:extLst>
              </a:tr>
              <a:tr h="304800">
                <a:tc>
                  <a:txBody>
                    <a:bodyPr/>
                    <a:lstStyle/>
                    <a:p>
                      <a:r>
                        <a:rPr lang="en-US" sz="1400" dirty="0">
                          <a:latin typeface="Calibri" pitchFamily="34" charset="0"/>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dirty="0">
                          <a:latin typeface="Calibri" pitchFamily="34" charset="0"/>
                        </a:rPr>
                        <a:t>311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dirty="0">
                          <a:latin typeface="Calibri" pitchFamily="34" charset="0"/>
                        </a:rPr>
                        <a:t>C</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10"/>
                  </a:ext>
                </a:extLst>
              </a:tr>
              <a:tr h="304800">
                <a:tc>
                  <a:txBody>
                    <a:bodyPr/>
                    <a:lstStyle/>
                    <a:p>
                      <a:r>
                        <a:rPr lang="en-US" sz="1400" dirty="0">
                          <a:latin typeface="Calibri" pitchFamily="34" charset="0"/>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5050"/>
                    </a:solidFill>
                  </a:tcPr>
                </a:tc>
                <a:tc>
                  <a:txBody>
                    <a:bodyPr/>
                    <a:lstStyle/>
                    <a:p>
                      <a:r>
                        <a:rPr lang="en-US" sz="1400" dirty="0">
                          <a:latin typeface="Calibri" pitchFamily="34" charset="0"/>
                        </a:rPr>
                        <a:t>312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5050"/>
                    </a:solidFill>
                  </a:tcPr>
                </a:tc>
                <a:tc>
                  <a:txBody>
                    <a:bodyPr/>
                    <a:lstStyle/>
                    <a:p>
                      <a:r>
                        <a:rPr lang="en-US" sz="1400" dirty="0">
                          <a:latin typeface="Calibri" pitchFamily="34" charset="0"/>
                        </a:rPr>
                        <a:t>C</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5050"/>
                    </a:solidFill>
                  </a:tcPr>
                </a:tc>
                <a:extLst>
                  <a:ext uri="{0D108BD9-81ED-4DB2-BD59-A6C34878D82A}">
                    <a16:rowId xmlns:a16="http://schemas.microsoft.com/office/drawing/2014/main" val="10011"/>
                  </a:ext>
                </a:extLst>
              </a:tr>
              <a:tr h="304800">
                <a:tc>
                  <a:txBody>
                    <a:bodyPr/>
                    <a:lstStyle/>
                    <a:p>
                      <a:r>
                        <a:rPr lang="en-US" sz="1400" dirty="0">
                          <a:latin typeface="Calibri" pitchFamily="34" charset="0"/>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dirty="0">
                          <a:latin typeface="Calibri" pitchFamily="34" charset="0"/>
                        </a:rPr>
                        <a:t>312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dirty="0">
                          <a:latin typeface="Calibri" pitchFamily="34" charset="0"/>
                        </a:rPr>
                        <a:t>B</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12"/>
                  </a:ext>
                </a:extLst>
              </a:tr>
              <a:tr h="538167">
                <a:tc>
                  <a:txBody>
                    <a:bodyPr/>
                    <a:lstStyle/>
                    <a:p>
                      <a:r>
                        <a:rPr lang="en-US" sz="1400" dirty="0">
                          <a:latin typeface="Calibri" pitchFamily="34" charset="0"/>
                        </a:rPr>
                        <a:t>.</a:t>
                      </a:r>
                    </a:p>
                    <a:p>
                      <a:r>
                        <a:rPr lang="en-US" sz="1400" dirty="0">
                          <a:latin typeface="Calibri" pitchFamily="34" charset="0"/>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dirty="0">
                          <a:latin typeface="Calibri" pitchFamily="34" charset="0"/>
                        </a:rPr>
                        <a:t>.</a:t>
                      </a:r>
                    </a:p>
                    <a:p>
                      <a:r>
                        <a:rPr lang="en-US" sz="1400" dirty="0">
                          <a:latin typeface="Calibri" pitchFamily="34" charset="0"/>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dirty="0">
                          <a:latin typeface="Calibri" pitchFamily="34" charset="0"/>
                        </a:rPr>
                        <a:t>.</a:t>
                      </a:r>
                    </a:p>
                    <a:p>
                      <a:r>
                        <a:rPr lang="en-US" sz="1400" dirty="0">
                          <a:latin typeface="Calibri" pitchFamily="34" charset="0"/>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13"/>
                  </a:ext>
                </a:extLst>
              </a:tr>
            </a:tbl>
          </a:graphicData>
        </a:graphic>
      </p:graphicFrame>
      <p:graphicFrame>
        <p:nvGraphicFramePr>
          <p:cNvPr id="6" name="Table 5">
            <a:extLst>
              <a:ext uri="{FF2B5EF4-FFF2-40B4-BE49-F238E27FC236}">
                <a16:creationId xmlns:a16="http://schemas.microsoft.com/office/drawing/2014/main" id="{1CC03A2D-84B0-AB47-197D-8DF7677D0F20}"/>
              </a:ext>
            </a:extLst>
          </p:cNvPr>
          <p:cNvGraphicFramePr>
            <a:graphicFrameLocks noGrp="1"/>
          </p:cNvGraphicFramePr>
          <p:nvPr/>
        </p:nvGraphicFramePr>
        <p:xfrm>
          <a:off x="2357438" y="2290763"/>
          <a:ext cx="1643062" cy="2438400"/>
        </p:xfrm>
        <a:graphic>
          <a:graphicData uri="http://schemas.openxmlformats.org/drawingml/2006/table">
            <a:tbl>
              <a:tblPr firstRow="1" bandRow="1">
                <a:tableStyleId>{5C22544A-7EE6-4342-B048-85BDC9FD1C3A}</a:tableStyleId>
              </a:tblPr>
              <a:tblGrid>
                <a:gridCol w="782410">
                  <a:extLst>
                    <a:ext uri="{9D8B030D-6E8A-4147-A177-3AD203B41FA5}">
                      <a16:colId xmlns:a16="http://schemas.microsoft.com/office/drawing/2014/main" val="20000"/>
                    </a:ext>
                  </a:extLst>
                </a:gridCol>
                <a:gridCol w="860652">
                  <a:extLst>
                    <a:ext uri="{9D8B030D-6E8A-4147-A177-3AD203B41FA5}">
                      <a16:colId xmlns:a16="http://schemas.microsoft.com/office/drawing/2014/main" val="20001"/>
                    </a:ext>
                  </a:extLst>
                </a:gridCol>
              </a:tblGrid>
              <a:tr h="233362">
                <a:tc>
                  <a:txBody>
                    <a:bodyPr/>
                    <a:lstStyle/>
                    <a:p>
                      <a:r>
                        <a:rPr lang="en-US" sz="1400" dirty="0" err="1">
                          <a:solidFill>
                            <a:srgbClr val="0070C0"/>
                          </a:solidFill>
                          <a:latin typeface="Calibri" pitchFamily="34" charset="0"/>
                        </a:rPr>
                        <a:t>C_Code</a:t>
                      </a:r>
                      <a:endParaRPr lang="en-US" sz="1400" dirty="0">
                        <a:solidFill>
                          <a:srgbClr val="0070C0"/>
                        </a:solidFill>
                        <a:latin typeface="Calibri" pitchFamily="34" charset="0"/>
                      </a:endParaRPr>
                    </a:p>
                  </a:txBody>
                  <a:tcPr marL="91439" marR="9143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dirty="0" err="1">
                          <a:solidFill>
                            <a:srgbClr val="0070C0"/>
                          </a:solidFill>
                          <a:latin typeface="Calibri" pitchFamily="34" charset="0"/>
                        </a:rPr>
                        <a:t>C_Grade</a:t>
                      </a:r>
                      <a:endParaRPr lang="en-US" sz="1400" dirty="0">
                        <a:solidFill>
                          <a:srgbClr val="0070C0"/>
                        </a:solidFill>
                        <a:latin typeface="Calibri" pitchFamily="34" charset="0"/>
                      </a:endParaRPr>
                    </a:p>
                  </a:txBody>
                  <a:tcPr marL="91439" marR="9143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233362">
                <a:tc>
                  <a:txBody>
                    <a:bodyPr/>
                    <a:lstStyle/>
                    <a:p>
                      <a:r>
                        <a:rPr lang="en-US" sz="1400" dirty="0">
                          <a:latin typeface="Calibri" pitchFamily="34" charset="0"/>
                        </a:rPr>
                        <a:t>310</a:t>
                      </a:r>
                    </a:p>
                  </a:txBody>
                  <a:tcPr marL="91439" marR="9143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dirty="0">
                          <a:latin typeface="Calibri" pitchFamily="34" charset="0"/>
                        </a:rPr>
                        <a:t>B</a:t>
                      </a:r>
                    </a:p>
                  </a:txBody>
                  <a:tcPr marL="91439" marR="9143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233362">
                <a:tc>
                  <a:txBody>
                    <a:bodyPr/>
                    <a:lstStyle/>
                    <a:p>
                      <a:r>
                        <a:rPr lang="en-US" sz="1400" dirty="0">
                          <a:latin typeface="Calibri" pitchFamily="34" charset="0"/>
                        </a:rPr>
                        <a:t>311</a:t>
                      </a:r>
                    </a:p>
                  </a:txBody>
                  <a:tcPr marL="91439" marR="9143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dirty="0">
                          <a:latin typeface="Calibri" pitchFamily="34" charset="0"/>
                        </a:rPr>
                        <a:t>A</a:t>
                      </a:r>
                    </a:p>
                  </a:txBody>
                  <a:tcPr marL="91439" marR="9143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233362">
                <a:tc>
                  <a:txBody>
                    <a:bodyPr/>
                    <a:lstStyle/>
                    <a:p>
                      <a:r>
                        <a:rPr lang="en-US" sz="1400" dirty="0">
                          <a:latin typeface="Calibri" pitchFamily="34" charset="0"/>
                        </a:rPr>
                        <a:t>312</a:t>
                      </a:r>
                    </a:p>
                  </a:txBody>
                  <a:tcPr marL="91439" marR="9143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dirty="0">
                          <a:latin typeface="Calibri" pitchFamily="34" charset="0"/>
                        </a:rPr>
                        <a:t>C</a:t>
                      </a:r>
                    </a:p>
                  </a:txBody>
                  <a:tcPr marL="91439" marR="9143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233362">
                <a:tc>
                  <a:txBody>
                    <a:bodyPr/>
                    <a:lstStyle/>
                    <a:p>
                      <a:r>
                        <a:rPr lang="en-US" sz="1400" dirty="0">
                          <a:latin typeface="Calibri" pitchFamily="34" charset="0"/>
                        </a:rPr>
                        <a:t>310</a:t>
                      </a:r>
                    </a:p>
                  </a:txBody>
                  <a:tcPr marL="91439" marR="9143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dirty="0">
                          <a:latin typeface="Calibri" pitchFamily="34" charset="0"/>
                        </a:rPr>
                        <a:t>A</a:t>
                      </a:r>
                    </a:p>
                  </a:txBody>
                  <a:tcPr marL="91439" marR="9143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r h="233362">
                <a:tc>
                  <a:txBody>
                    <a:bodyPr/>
                    <a:lstStyle/>
                    <a:p>
                      <a:r>
                        <a:rPr lang="en-US" sz="1400" dirty="0">
                          <a:latin typeface="Calibri" pitchFamily="34" charset="0"/>
                        </a:rPr>
                        <a:t>311</a:t>
                      </a:r>
                    </a:p>
                  </a:txBody>
                  <a:tcPr marL="91439" marR="9143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dirty="0">
                          <a:latin typeface="Calibri" pitchFamily="34" charset="0"/>
                        </a:rPr>
                        <a:t>C</a:t>
                      </a:r>
                    </a:p>
                  </a:txBody>
                  <a:tcPr marL="91439" marR="9143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5"/>
                  </a:ext>
                </a:extLst>
              </a:tr>
              <a:tr h="233362">
                <a:tc>
                  <a:txBody>
                    <a:bodyPr/>
                    <a:lstStyle/>
                    <a:p>
                      <a:r>
                        <a:rPr lang="en-US" sz="1400" dirty="0">
                          <a:latin typeface="Calibri" pitchFamily="34" charset="0"/>
                        </a:rPr>
                        <a:t>312</a:t>
                      </a:r>
                    </a:p>
                  </a:txBody>
                  <a:tcPr marL="91439" marR="9143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dirty="0">
                          <a:latin typeface="Calibri" pitchFamily="34" charset="0"/>
                        </a:rPr>
                        <a:t>B</a:t>
                      </a:r>
                    </a:p>
                  </a:txBody>
                  <a:tcPr marL="91439" marR="9143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6"/>
                  </a:ext>
                </a:extLst>
              </a:tr>
              <a:tr h="233362">
                <a:tc>
                  <a:txBody>
                    <a:bodyPr/>
                    <a:lstStyle/>
                    <a:p>
                      <a:r>
                        <a:rPr lang="en-US" sz="1400" dirty="0">
                          <a:latin typeface="Calibri" pitchFamily="34" charset="0"/>
                        </a:rPr>
                        <a:t>.</a:t>
                      </a:r>
                    </a:p>
                  </a:txBody>
                  <a:tcPr marL="91439" marR="9143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dirty="0">
                          <a:latin typeface="Calibri" pitchFamily="34" charset="0"/>
                        </a:rPr>
                        <a:t>.</a:t>
                      </a:r>
                    </a:p>
                  </a:txBody>
                  <a:tcPr marL="91439" marR="9143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7"/>
                  </a:ext>
                </a:extLst>
              </a:tr>
            </a:tbl>
          </a:graphicData>
        </a:graphic>
      </p:graphicFrame>
      <p:sp>
        <p:nvSpPr>
          <p:cNvPr id="7" name="Rectangle 3">
            <a:extLst>
              <a:ext uri="{FF2B5EF4-FFF2-40B4-BE49-F238E27FC236}">
                <a16:creationId xmlns:a16="http://schemas.microsoft.com/office/drawing/2014/main" id="{268F8593-B703-ABBA-B034-1E7A8ED2D0BF}"/>
              </a:ext>
            </a:extLst>
          </p:cNvPr>
          <p:cNvSpPr txBox="1">
            <a:spLocks noChangeArrowheads="1"/>
          </p:cNvSpPr>
          <p:nvPr/>
        </p:nvSpPr>
        <p:spPr bwMode="auto">
          <a:xfrm>
            <a:off x="357188" y="4786313"/>
            <a:ext cx="4357687" cy="1643062"/>
          </a:xfrm>
          <a:prstGeom prst="rect">
            <a:avLst/>
          </a:prstGeom>
          <a:noFill/>
          <a:ln w="9525">
            <a:noFill/>
            <a:miter lim="800000"/>
            <a:headEnd/>
            <a:tailEnd/>
          </a:ln>
        </p:spPr>
        <p:txBody>
          <a:bodyPr/>
          <a:lstStyle/>
          <a:p>
            <a:pPr marL="342900" indent="-342900" eaLnBrk="1" hangingPunct="1">
              <a:buFont typeface="Arial" pitchFamily="34" charset="0"/>
              <a:buChar char="•"/>
              <a:defRPr/>
            </a:pPr>
            <a:r>
              <a:rPr lang="en-US" sz="2000" dirty="0">
                <a:latin typeface="Calibri" pitchFamily="34" charset="0"/>
              </a:rPr>
              <a:t>Natural Join of the above two relations will give us some extra tuples (highlighted) which were not in the original relation. </a:t>
            </a:r>
          </a:p>
          <a:p>
            <a:pPr marL="609600" indent="-609600">
              <a:spcBef>
                <a:spcPct val="20000"/>
              </a:spcBef>
              <a:buFontTx/>
              <a:buChar char="•"/>
              <a:defRPr/>
            </a:pPr>
            <a:endParaRPr lang="en-US" sz="2000" kern="0" dirty="0">
              <a:latin typeface="Calibri" pitchFamily="34" charset="0"/>
            </a:endParaRPr>
          </a:p>
          <a:p>
            <a:pPr marL="609600" indent="-609600">
              <a:spcBef>
                <a:spcPct val="20000"/>
              </a:spcBef>
              <a:buFontTx/>
              <a:buChar char="•"/>
              <a:defRPr/>
            </a:pPr>
            <a:endParaRPr lang="en-US" sz="2000" kern="0" dirty="0">
              <a:latin typeface="Calibri" pitchFamily="34" charset="0"/>
            </a:endParaRPr>
          </a:p>
          <a:p>
            <a:pPr marL="609600" indent="-609600">
              <a:spcBef>
                <a:spcPct val="20000"/>
              </a:spcBef>
              <a:buFontTx/>
              <a:buChar char="•"/>
              <a:defRPr/>
            </a:pPr>
            <a:endParaRPr lang="en-US" sz="2000" kern="0" dirty="0">
              <a:latin typeface="Calibri" pitchFamily="34" charset="0"/>
            </a:endParaRPr>
          </a:p>
          <a:p>
            <a:pPr marL="609600" indent="-609600">
              <a:spcBef>
                <a:spcPct val="20000"/>
              </a:spcBef>
              <a:defRPr/>
            </a:pPr>
            <a:endParaRPr lang="en-US" sz="2000" kern="0" dirty="0">
              <a:latin typeface="Calibri" pitchFamily="34" charset="0"/>
            </a:endParaRPr>
          </a:p>
          <a:p>
            <a:pPr marL="609600" indent="-609600">
              <a:spcBef>
                <a:spcPct val="20000"/>
              </a:spcBef>
              <a:buFontTx/>
              <a:buChar char="•"/>
              <a:defRPr/>
            </a:pPr>
            <a:endParaRPr lang="en-US" sz="2000" kern="0" dirty="0">
              <a:latin typeface="Calibri" pitchFamily="34" charset="0"/>
            </a:endParaRPr>
          </a:p>
          <a:p>
            <a:pPr marL="609600" indent="-609600">
              <a:spcBef>
                <a:spcPct val="20000"/>
              </a:spcBef>
              <a:buFontTx/>
              <a:buChar char="•"/>
              <a:defRPr/>
            </a:pPr>
            <a:endParaRPr lang="en-US" sz="2000" kern="0" dirty="0">
              <a:latin typeface="Calibri" pitchFamily="34" charset="0"/>
            </a:endParaRPr>
          </a:p>
          <a:p>
            <a:pPr marL="609600" indent="-609600">
              <a:spcBef>
                <a:spcPct val="20000"/>
              </a:spcBef>
              <a:buFontTx/>
              <a:buChar char="•"/>
              <a:defRPr/>
            </a:pPr>
            <a:endParaRPr lang="en-US" sz="2000" kern="0" dirty="0">
              <a:latin typeface="Calibri" pitchFamily="34" charset="0"/>
            </a:endParaRPr>
          </a:p>
          <a:p>
            <a:pPr marL="609600" indent="-609600">
              <a:spcBef>
                <a:spcPct val="20000"/>
              </a:spcBef>
              <a:buFontTx/>
              <a:buChar char="•"/>
              <a:defRPr/>
            </a:pPr>
            <a:endParaRPr lang="en-US" sz="2000" kern="0" dirty="0">
              <a:latin typeface="Calibri" pitchFamily="34" charset="0"/>
            </a:endParaRPr>
          </a:p>
          <a:p>
            <a:pPr marL="609600" indent="-609600">
              <a:spcBef>
                <a:spcPct val="20000"/>
              </a:spcBef>
              <a:buFontTx/>
              <a:buChar char="•"/>
              <a:defRPr/>
            </a:pPr>
            <a:endParaRPr lang="en-US" sz="2000" kern="0" dirty="0">
              <a:latin typeface="Calibri" pitchFamily="34" charset="0"/>
            </a:endParaRPr>
          </a:p>
          <a:p>
            <a:pPr marL="609600" indent="-609600">
              <a:spcBef>
                <a:spcPct val="20000"/>
              </a:spcBef>
              <a:buFontTx/>
              <a:buChar char="•"/>
              <a:defRPr/>
            </a:pPr>
            <a:endParaRPr lang="en-US" sz="2000" kern="0" dirty="0">
              <a:latin typeface="Calibri" pitchFamily="34" charset="0"/>
            </a:endParaRPr>
          </a:p>
          <a:p>
            <a:pPr marL="609600" indent="-609600">
              <a:spcBef>
                <a:spcPct val="20000"/>
              </a:spcBef>
              <a:defRPr/>
            </a:pPr>
            <a:endParaRPr lang="en-US" sz="2000" kern="0" dirty="0">
              <a:latin typeface="Calibri" pitchFamily="34" charset="0"/>
            </a:endParaRPr>
          </a:p>
          <a:p>
            <a:pPr marL="609600" indent="-609600">
              <a:spcBef>
                <a:spcPct val="20000"/>
              </a:spcBef>
              <a:buFontTx/>
              <a:buChar char="•"/>
              <a:defRPr/>
            </a:pPr>
            <a:endParaRPr lang="en-US" sz="2000" kern="0" dirty="0">
              <a:latin typeface="Calibri" pitchFamily="34" charset="0"/>
            </a:endParaRPr>
          </a:p>
          <a:p>
            <a:pPr marL="609600" indent="-609600">
              <a:spcBef>
                <a:spcPct val="20000"/>
              </a:spcBef>
              <a:buFontTx/>
              <a:buChar char="•"/>
              <a:defRPr/>
            </a:pPr>
            <a:endParaRPr lang="en-US" sz="2000" kern="0" dirty="0">
              <a:latin typeface="Calibri" pitchFamily="34" charset="0"/>
            </a:endParaRPr>
          </a:p>
          <a:p>
            <a:pPr marL="609600" indent="-609600">
              <a:spcBef>
                <a:spcPct val="20000"/>
              </a:spcBef>
              <a:defRPr/>
            </a:pPr>
            <a:r>
              <a:rPr lang="en-US" sz="2000" kern="0" dirty="0">
                <a:latin typeface="Calibri" pitchFamily="34" charset="0"/>
              </a:rPr>
              <a:t>	</a:t>
            </a:r>
            <a:endParaRPr lang="en-US" sz="2000" kern="0" dirty="0">
              <a:solidFill>
                <a:schemeClr val="accent2"/>
              </a:solidFill>
              <a:latin typeface="Calibri" pitchFamily="34" charset="0"/>
            </a:endParaRPr>
          </a:p>
        </p:txBody>
      </p:sp>
    </p:spTree>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a:extLst>
              <a:ext uri="{FF2B5EF4-FFF2-40B4-BE49-F238E27FC236}">
                <a16:creationId xmlns:a16="http://schemas.microsoft.com/office/drawing/2014/main" id="{E1089A96-0FDA-FF90-3B48-AFE0B2278596}"/>
              </a:ext>
            </a:extLst>
          </p:cNvPr>
          <p:cNvSpPr>
            <a:spLocks noGrp="1" noChangeArrowheads="1"/>
          </p:cNvSpPr>
          <p:nvPr>
            <p:ph type="title"/>
          </p:nvPr>
        </p:nvSpPr>
        <p:spPr>
          <a:xfrm>
            <a:off x="323850" y="620713"/>
            <a:ext cx="6048375" cy="504825"/>
          </a:xfrm>
          <a:noFill/>
        </p:spPr>
        <p:txBody>
          <a:bodyPr/>
          <a:lstStyle/>
          <a:p>
            <a:r>
              <a:rPr lang="en-US" altLang="en-US" sz="2800" b="1">
                <a:solidFill>
                  <a:srgbClr val="800000"/>
                </a:solidFill>
              </a:rPr>
              <a:t>Fifth Normal Form (5NF)  </a:t>
            </a:r>
          </a:p>
        </p:txBody>
      </p:sp>
      <p:sp>
        <p:nvSpPr>
          <p:cNvPr id="36867" name="Rectangle 3">
            <a:extLst>
              <a:ext uri="{FF2B5EF4-FFF2-40B4-BE49-F238E27FC236}">
                <a16:creationId xmlns:a16="http://schemas.microsoft.com/office/drawing/2014/main" id="{B018CD00-AE3F-2155-B8EA-CE7CA303719C}"/>
              </a:ext>
            </a:extLst>
          </p:cNvPr>
          <p:cNvSpPr>
            <a:spLocks noGrp="1" noChangeArrowheads="1"/>
          </p:cNvSpPr>
          <p:nvPr>
            <p:ph type="body" idx="1"/>
          </p:nvPr>
        </p:nvSpPr>
        <p:spPr>
          <a:xfrm>
            <a:off x="395288" y="1287463"/>
            <a:ext cx="8462962" cy="5165725"/>
          </a:xfrm>
        </p:spPr>
        <p:txBody>
          <a:bodyPr/>
          <a:lstStyle/>
          <a:p>
            <a:pPr algn="just">
              <a:defRPr/>
            </a:pPr>
            <a:r>
              <a:rPr lang="en-US" sz="2200" dirty="0">
                <a:latin typeface="Calibri" pitchFamily="34" charset="0"/>
              </a:rPr>
              <a:t>Even though we are getting more tuples, but still the decomposition is </a:t>
            </a:r>
            <a:r>
              <a:rPr lang="en-US" sz="2200" dirty="0" err="1">
                <a:latin typeface="Calibri" pitchFamily="34" charset="0"/>
              </a:rPr>
              <a:t>lossy</a:t>
            </a:r>
            <a:r>
              <a:rPr lang="en-US" sz="2200" dirty="0">
                <a:latin typeface="Calibri" pitchFamily="34" charset="0"/>
              </a:rPr>
              <a:t>, because without the original relation, we have no way to identify which tuples are extra or spurious. Thus we actually loose information. </a:t>
            </a:r>
          </a:p>
          <a:p>
            <a:pPr algn="just">
              <a:defRPr/>
            </a:pPr>
            <a:r>
              <a:rPr lang="en-US" sz="2200" dirty="0">
                <a:latin typeface="Calibri" pitchFamily="34" charset="0"/>
              </a:rPr>
              <a:t>We can guarantee that the decomposition is </a:t>
            </a:r>
            <a:r>
              <a:rPr lang="en-US" sz="2200" dirty="0">
                <a:solidFill>
                  <a:srgbClr val="FF0000"/>
                </a:solidFill>
                <a:latin typeface="Calibri" pitchFamily="34" charset="0"/>
              </a:rPr>
              <a:t>lossless</a:t>
            </a:r>
            <a:r>
              <a:rPr lang="en-US" sz="2200" dirty="0">
                <a:latin typeface="Calibri" pitchFamily="34" charset="0"/>
              </a:rPr>
              <a:t> by making sure that for each pair of relations that will be joined, the set of common attributes is a determinant in one of the relations.</a:t>
            </a:r>
          </a:p>
          <a:p>
            <a:pPr algn="just">
              <a:defRPr/>
            </a:pPr>
            <a:r>
              <a:rPr lang="en-US" sz="2200" dirty="0">
                <a:latin typeface="Calibri" pitchFamily="34" charset="0"/>
              </a:rPr>
              <a:t>5NF is not easily verified as lower normal forms. </a:t>
            </a:r>
          </a:p>
          <a:p>
            <a:pPr algn="just">
              <a:defRPr/>
            </a:pPr>
            <a:r>
              <a:rPr lang="en-US" sz="2200" dirty="0">
                <a:latin typeface="Calibri" pitchFamily="34" charset="0"/>
              </a:rPr>
              <a:t>In fact, no systematic method exists for obtaining 5NF or for ensuring that a set of relations is indeed in 5NF.</a:t>
            </a:r>
          </a:p>
          <a:p>
            <a:pPr algn="just">
              <a:defRPr/>
            </a:pPr>
            <a:r>
              <a:rPr lang="en-US" sz="2200" dirty="0">
                <a:latin typeface="Calibri" pitchFamily="34" charset="0"/>
              </a:rPr>
              <a:t>It is tempting to suggest that such relations are pathological cases and are likely to be rare in practice. </a:t>
            </a:r>
          </a:p>
          <a:p>
            <a:pPr algn="just">
              <a:defRPr/>
            </a:pPr>
            <a:r>
              <a:rPr lang="en-US" sz="2200" dirty="0">
                <a:latin typeface="Calibri" pitchFamily="34" charset="0"/>
              </a:rPr>
              <a:t>5NF is also called </a:t>
            </a:r>
            <a:r>
              <a:rPr lang="en-US" sz="2200" dirty="0">
                <a:solidFill>
                  <a:srgbClr val="0070C0"/>
                </a:solidFill>
                <a:latin typeface="Calibri" pitchFamily="34" charset="0"/>
              </a:rPr>
              <a:t>Project-Join Normal Form. </a:t>
            </a:r>
          </a:p>
          <a:p>
            <a:pPr marL="609600" indent="-609600" algn="just">
              <a:defRPr/>
            </a:pPr>
            <a:endParaRPr lang="en-US" sz="2200" dirty="0">
              <a:latin typeface="Calibri" pitchFamily="34" charset="0"/>
            </a:endParaRPr>
          </a:p>
        </p:txBody>
      </p:sp>
    </p:spTree>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a:extLst>
              <a:ext uri="{FF2B5EF4-FFF2-40B4-BE49-F238E27FC236}">
                <a16:creationId xmlns:a16="http://schemas.microsoft.com/office/drawing/2014/main" id="{1AD82902-19C2-43FF-DB3F-CE3C5F8319F0}"/>
              </a:ext>
            </a:extLst>
          </p:cNvPr>
          <p:cNvSpPr>
            <a:spLocks noGrp="1" noChangeArrowheads="1"/>
          </p:cNvSpPr>
          <p:nvPr>
            <p:ph type="title"/>
          </p:nvPr>
        </p:nvSpPr>
        <p:spPr>
          <a:xfrm>
            <a:off x="323850" y="620713"/>
            <a:ext cx="6048375" cy="504825"/>
          </a:xfrm>
          <a:noFill/>
        </p:spPr>
        <p:txBody>
          <a:bodyPr/>
          <a:lstStyle/>
          <a:p>
            <a:r>
              <a:rPr lang="en-US" altLang="en-US" sz="2800" b="1">
                <a:solidFill>
                  <a:srgbClr val="800000"/>
                </a:solidFill>
              </a:rPr>
              <a:t>Guidelines  </a:t>
            </a:r>
          </a:p>
        </p:txBody>
      </p:sp>
      <p:sp>
        <p:nvSpPr>
          <p:cNvPr id="36867" name="Rectangle 3">
            <a:extLst>
              <a:ext uri="{FF2B5EF4-FFF2-40B4-BE49-F238E27FC236}">
                <a16:creationId xmlns:a16="http://schemas.microsoft.com/office/drawing/2014/main" id="{DF4CB93F-FFA7-11D0-9996-CDD403FC62F1}"/>
              </a:ext>
            </a:extLst>
          </p:cNvPr>
          <p:cNvSpPr>
            <a:spLocks noGrp="1" noChangeArrowheads="1"/>
          </p:cNvSpPr>
          <p:nvPr>
            <p:ph type="body" idx="1"/>
          </p:nvPr>
        </p:nvSpPr>
        <p:spPr>
          <a:xfrm>
            <a:off x="395288" y="1287463"/>
            <a:ext cx="8462962" cy="5165725"/>
          </a:xfrm>
        </p:spPr>
        <p:txBody>
          <a:bodyPr/>
          <a:lstStyle/>
          <a:p>
            <a:pPr>
              <a:defRPr/>
            </a:pPr>
            <a:r>
              <a:rPr lang="en-US" sz="2200" dirty="0">
                <a:latin typeface="Calibri" pitchFamily="34" charset="0"/>
              </a:rPr>
              <a:t>Design a relation schema so that it is easy to explain its meaning. Do not combine attributes from multiple entity types and relationship types into a single relation.</a:t>
            </a:r>
          </a:p>
          <a:p>
            <a:pPr>
              <a:defRPr/>
            </a:pPr>
            <a:r>
              <a:rPr lang="en-US" sz="2200" dirty="0">
                <a:latin typeface="Calibri" pitchFamily="34" charset="0"/>
              </a:rPr>
              <a:t>As far as possible, avoid placing attributes in a base relation whose values may frequently be NULL.</a:t>
            </a:r>
          </a:p>
          <a:p>
            <a:pPr marL="609600" indent="-609600">
              <a:defRPr/>
            </a:pPr>
            <a:endParaRPr lang="en-US" sz="2200" dirty="0">
              <a:latin typeface="Calibri" pitchFamily="34" charset="0"/>
            </a:endParaRPr>
          </a:p>
        </p:txBody>
      </p:sp>
    </p:spTree>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2">
            <a:extLst>
              <a:ext uri="{FF2B5EF4-FFF2-40B4-BE49-F238E27FC236}">
                <a16:creationId xmlns:a16="http://schemas.microsoft.com/office/drawing/2014/main" id="{A4929F11-C487-A396-DFF4-E6366BC696F2}"/>
              </a:ext>
            </a:extLst>
          </p:cNvPr>
          <p:cNvSpPr>
            <a:spLocks noGrp="1" noChangeArrowheads="1"/>
          </p:cNvSpPr>
          <p:nvPr>
            <p:ph type="title"/>
          </p:nvPr>
        </p:nvSpPr>
        <p:spPr>
          <a:xfrm>
            <a:off x="373063" y="92075"/>
            <a:ext cx="6886575" cy="457200"/>
          </a:xfrm>
        </p:spPr>
        <p:txBody>
          <a:bodyPr/>
          <a:lstStyle/>
          <a:p>
            <a:pPr eaLnBrk="1" hangingPunct="1"/>
            <a:r>
              <a:rPr lang="en-US" altLang="en-US" sz="2400" b="1" u="sng">
                <a:solidFill>
                  <a:srgbClr val="D34817"/>
                </a:solidFill>
                <a:latin typeface="Calibri" panose="020F0502020204030204" pitchFamily="34" charset="0"/>
              </a:rPr>
              <a:t>Reading Material</a:t>
            </a:r>
          </a:p>
        </p:txBody>
      </p:sp>
      <p:sp>
        <p:nvSpPr>
          <p:cNvPr id="95235" name="Rectangle 3">
            <a:extLst>
              <a:ext uri="{FF2B5EF4-FFF2-40B4-BE49-F238E27FC236}">
                <a16:creationId xmlns:a16="http://schemas.microsoft.com/office/drawing/2014/main" id="{7BB35BBD-746F-8E8C-FE4F-CF912DAE358F}"/>
              </a:ext>
            </a:extLst>
          </p:cNvPr>
          <p:cNvSpPr txBox="1">
            <a:spLocks noChangeArrowheads="1"/>
          </p:cNvSpPr>
          <p:nvPr/>
        </p:nvSpPr>
        <p:spPr bwMode="auto">
          <a:xfrm>
            <a:off x="266700" y="404813"/>
            <a:ext cx="8610600" cy="306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457200" indent="-457200">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914400" indent="-45720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822325"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096963"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1371600" indent="-228600">
              <a:spcBef>
                <a:spcPts val="375"/>
              </a:spcBef>
              <a:buClr>
                <a:srgbClr val="A28E6A"/>
              </a:buClr>
              <a:buChar char="o"/>
              <a:defRPr sz="2000">
                <a:solidFill>
                  <a:schemeClr val="tx1"/>
                </a:solidFill>
                <a:latin typeface="Perpetua" panose="02020502060401020303" pitchFamily="18" charset="0"/>
              </a:defRPr>
            </a:lvl5pPr>
            <a:lvl6pPr marL="1828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286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2743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2004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marL="457200" marR="0" lvl="0" indent="-457200" algn="l" defTabSz="914400" rtl="0" eaLnBrk="1" fontAlgn="base" latinLnBrk="0" hangingPunct="1">
              <a:lnSpc>
                <a:spcPct val="100000"/>
              </a:lnSpc>
              <a:spcBef>
                <a:spcPts val="575"/>
              </a:spcBef>
              <a:spcAft>
                <a:spcPct val="0"/>
              </a:spcAft>
              <a:buClr>
                <a:srgbClr val="D34817"/>
              </a:buClr>
              <a:buSzPct val="85000"/>
              <a:buFont typeface="Franklin Gothic Book" panose="020B0503020102020204" pitchFamily="34" charset="0"/>
              <a:buAutoNum type="alphaUcPeriod"/>
              <a:tabLst/>
              <a:defRPr/>
            </a:pPr>
            <a:r>
              <a:rPr kumimoji="0" lang="en-US" altLang="en-US" sz="2400" b="0" i="0" u="none" strike="noStrike" kern="1200" cap="none" spc="0" normalizeH="0" baseline="0" noProof="0">
                <a:ln>
                  <a:noFill/>
                </a:ln>
                <a:solidFill>
                  <a:srgbClr val="000000"/>
                </a:solidFill>
                <a:effectLst/>
                <a:uLnTx/>
                <a:uFillTx/>
                <a:latin typeface="Perpetua" panose="02020502060401020303" pitchFamily="18" charset="0"/>
                <a:ea typeface="+mn-ea"/>
                <a:cs typeface="+mn-cs"/>
              </a:rPr>
              <a:t>Database Systems – Design, Implementation and Management: </a:t>
            </a:r>
            <a:r>
              <a:rPr kumimoji="0" lang="en-US" altLang="en-US" sz="2400" b="0" i="0" u="none" strike="noStrike" kern="1200" cap="none" spc="0" normalizeH="0" baseline="0" noProof="0">
                <a:ln>
                  <a:noFill/>
                </a:ln>
                <a:solidFill>
                  <a:srgbClr val="0000FF"/>
                </a:solidFill>
                <a:effectLst/>
                <a:uLnTx/>
                <a:uFillTx/>
                <a:latin typeface="Perpetua" panose="02020502060401020303" pitchFamily="18" charset="0"/>
                <a:ea typeface="+mn-ea"/>
                <a:cs typeface="+mn-cs"/>
              </a:rPr>
              <a:t>Carlos Coronel, Steven Morris (13</a:t>
            </a:r>
            <a:r>
              <a:rPr kumimoji="0" lang="en-US" altLang="en-US" sz="2400" b="0" i="0" u="none" strike="noStrike" kern="1200" cap="none" spc="0" normalizeH="0" baseline="30000" noProof="0">
                <a:ln>
                  <a:noFill/>
                </a:ln>
                <a:solidFill>
                  <a:srgbClr val="0000FF"/>
                </a:solidFill>
                <a:effectLst/>
                <a:uLnTx/>
                <a:uFillTx/>
                <a:latin typeface="Perpetua" panose="02020502060401020303" pitchFamily="18" charset="0"/>
                <a:ea typeface="+mn-ea"/>
                <a:cs typeface="+mn-cs"/>
              </a:rPr>
              <a:t>th</a:t>
            </a:r>
            <a:r>
              <a:rPr kumimoji="0" lang="en-US" altLang="en-US" sz="2400" b="0" i="0" u="none" strike="noStrike" kern="1200" cap="none" spc="0" normalizeH="0" baseline="0" noProof="0">
                <a:ln>
                  <a:noFill/>
                </a:ln>
                <a:solidFill>
                  <a:srgbClr val="0000FF"/>
                </a:solidFill>
                <a:effectLst/>
                <a:uLnTx/>
                <a:uFillTx/>
                <a:latin typeface="Perpetua" panose="02020502060401020303" pitchFamily="18" charset="0"/>
                <a:ea typeface="+mn-ea"/>
                <a:cs typeface="+mn-cs"/>
              </a:rPr>
              <a:t> Ed.)</a:t>
            </a:r>
          </a:p>
          <a:p>
            <a:pPr marL="457200" marR="0" lvl="0" indent="-457200" algn="l" defTabSz="914400" rtl="0" eaLnBrk="1" fontAlgn="base" latinLnBrk="0" hangingPunct="1">
              <a:lnSpc>
                <a:spcPct val="100000"/>
              </a:lnSpc>
              <a:spcBef>
                <a:spcPts val="575"/>
              </a:spcBef>
              <a:spcAft>
                <a:spcPct val="0"/>
              </a:spcAft>
              <a:buClr>
                <a:srgbClr val="D34817"/>
              </a:buClr>
              <a:buSzPct val="85000"/>
              <a:buFont typeface="Franklin Gothic Book" panose="020B0503020102020204" pitchFamily="34" charset="0"/>
              <a:buAutoNum type="alphaUcPeriod"/>
              <a:tabLst/>
              <a:defRPr/>
            </a:pPr>
            <a:r>
              <a:rPr kumimoji="0" lang="en-US" altLang="en-US" sz="2400" b="0" i="0" u="none" strike="noStrike" kern="1200" cap="none" spc="0" normalizeH="0" baseline="0" noProof="0">
                <a:ln>
                  <a:noFill/>
                </a:ln>
                <a:solidFill>
                  <a:srgbClr val="000000"/>
                </a:solidFill>
                <a:effectLst/>
                <a:uLnTx/>
                <a:uFillTx/>
                <a:latin typeface="Perpetua" panose="02020502060401020303" pitchFamily="18" charset="0"/>
                <a:ea typeface="+mn-ea"/>
                <a:cs typeface="+mn-cs"/>
              </a:rPr>
              <a:t>Modern Database Management: </a:t>
            </a:r>
            <a:r>
              <a:rPr kumimoji="0" lang="en-US" altLang="en-US" sz="2400" b="0" i="0" u="none" strike="noStrike" kern="1200" cap="none" spc="0" normalizeH="0" baseline="0" noProof="0">
                <a:ln>
                  <a:noFill/>
                </a:ln>
                <a:solidFill>
                  <a:srgbClr val="0000FF"/>
                </a:solidFill>
                <a:effectLst/>
                <a:uLnTx/>
                <a:uFillTx/>
                <a:latin typeface="Perpetua" panose="02020502060401020303" pitchFamily="18" charset="0"/>
                <a:ea typeface="+mn-ea"/>
                <a:cs typeface="+mn-cs"/>
              </a:rPr>
              <a:t>Jeffery. A. Hoffer (12</a:t>
            </a:r>
            <a:r>
              <a:rPr kumimoji="0" lang="en-US" altLang="en-US" sz="2400" b="0" i="0" u="none" strike="noStrike" kern="1200" cap="none" spc="0" normalizeH="0" baseline="30000" noProof="0">
                <a:ln>
                  <a:noFill/>
                </a:ln>
                <a:solidFill>
                  <a:srgbClr val="0000FF"/>
                </a:solidFill>
                <a:effectLst/>
                <a:uLnTx/>
                <a:uFillTx/>
                <a:latin typeface="Perpetua" panose="02020502060401020303" pitchFamily="18" charset="0"/>
                <a:ea typeface="+mn-ea"/>
                <a:cs typeface="+mn-cs"/>
              </a:rPr>
              <a:t>th</a:t>
            </a:r>
            <a:r>
              <a:rPr kumimoji="0" lang="en-US" altLang="en-US" sz="2400" b="0" i="0" u="none" strike="noStrike" kern="1200" cap="none" spc="0" normalizeH="0" baseline="0" noProof="0">
                <a:ln>
                  <a:noFill/>
                </a:ln>
                <a:solidFill>
                  <a:srgbClr val="0000FF"/>
                </a:solidFill>
                <a:effectLst/>
                <a:uLnTx/>
                <a:uFillTx/>
                <a:latin typeface="Perpetua" panose="02020502060401020303" pitchFamily="18" charset="0"/>
                <a:ea typeface="+mn-ea"/>
                <a:cs typeface="+mn-cs"/>
              </a:rPr>
              <a:t> Ed.)</a:t>
            </a:r>
          </a:p>
          <a:p>
            <a:pPr marL="457200" marR="0" lvl="0" indent="-457200" algn="l" defTabSz="914400" rtl="0" eaLnBrk="1" fontAlgn="base" latinLnBrk="0" hangingPunct="1">
              <a:lnSpc>
                <a:spcPct val="100000"/>
              </a:lnSpc>
              <a:spcBef>
                <a:spcPts val="575"/>
              </a:spcBef>
              <a:spcAft>
                <a:spcPct val="0"/>
              </a:spcAft>
              <a:buClr>
                <a:srgbClr val="D34817"/>
              </a:buClr>
              <a:buSzPct val="85000"/>
              <a:buFont typeface="Franklin Gothic Book" panose="020B0503020102020204" pitchFamily="34" charset="0"/>
              <a:buAutoNum type="alphaUcPeriod"/>
              <a:tabLst/>
              <a:defRPr/>
            </a:pPr>
            <a:r>
              <a:rPr kumimoji="0" lang="en-US" altLang="en-US" sz="2400" b="0" i="0" u="none" strike="noStrike" kern="1200" cap="none" spc="0" normalizeH="0" baseline="0" noProof="0">
                <a:ln>
                  <a:noFill/>
                </a:ln>
                <a:solidFill>
                  <a:srgbClr val="000000"/>
                </a:solidFill>
                <a:effectLst/>
                <a:uLnTx/>
                <a:uFillTx/>
                <a:latin typeface="Perpetua" panose="02020502060401020303" pitchFamily="18" charset="0"/>
                <a:ea typeface="+mn-ea"/>
                <a:cs typeface="+mn-cs"/>
              </a:rPr>
              <a:t>Database Systems: </a:t>
            </a:r>
            <a:r>
              <a:rPr kumimoji="0" lang="en-US" altLang="en-US" sz="2400" b="0" i="0" u="none" strike="noStrike" kern="1200" cap="none" spc="0" normalizeH="0" baseline="0" noProof="0">
                <a:ln>
                  <a:noFill/>
                </a:ln>
                <a:solidFill>
                  <a:srgbClr val="0000FF"/>
                </a:solidFill>
                <a:effectLst/>
                <a:uLnTx/>
                <a:uFillTx/>
                <a:latin typeface="Perpetua" panose="02020502060401020303" pitchFamily="18" charset="0"/>
                <a:ea typeface="+mn-ea"/>
                <a:cs typeface="+mn-cs"/>
              </a:rPr>
              <a:t>Thomas M. Connolly (6</a:t>
            </a:r>
            <a:r>
              <a:rPr kumimoji="0" lang="en-US" altLang="en-US" sz="2400" b="0" i="0" u="none" strike="noStrike" kern="1200" cap="none" spc="0" normalizeH="0" baseline="30000" noProof="0">
                <a:ln>
                  <a:noFill/>
                </a:ln>
                <a:solidFill>
                  <a:srgbClr val="0000FF"/>
                </a:solidFill>
                <a:effectLst/>
                <a:uLnTx/>
                <a:uFillTx/>
                <a:latin typeface="Perpetua" panose="02020502060401020303" pitchFamily="18" charset="0"/>
                <a:ea typeface="+mn-ea"/>
                <a:cs typeface="+mn-cs"/>
              </a:rPr>
              <a:t>th</a:t>
            </a:r>
            <a:r>
              <a:rPr kumimoji="0" lang="en-US" altLang="en-US" sz="2400" b="0" i="0" u="none" strike="noStrike" kern="1200" cap="none" spc="0" normalizeH="0" baseline="0" noProof="0">
                <a:ln>
                  <a:noFill/>
                </a:ln>
                <a:solidFill>
                  <a:srgbClr val="0000FF"/>
                </a:solidFill>
                <a:effectLst/>
                <a:uLnTx/>
                <a:uFillTx/>
                <a:latin typeface="Perpetua" panose="02020502060401020303" pitchFamily="18" charset="0"/>
                <a:ea typeface="+mn-ea"/>
                <a:cs typeface="+mn-cs"/>
              </a:rPr>
              <a:t> Ed.)</a:t>
            </a:r>
          </a:p>
          <a:p>
            <a:pPr marL="457200" marR="0" lvl="0" indent="-457200" algn="l" defTabSz="914400" rtl="0" eaLnBrk="1" fontAlgn="base" latinLnBrk="0" hangingPunct="1">
              <a:lnSpc>
                <a:spcPct val="100000"/>
              </a:lnSpc>
              <a:spcBef>
                <a:spcPts val="575"/>
              </a:spcBef>
              <a:spcAft>
                <a:spcPct val="0"/>
              </a:spcAft>
              <a:buClr>
                <a:srgbClr val="D34817"/>
              </a:buClr>
              <a:buSzPct val="85000"/>
              <a:buFont typeface="Franklin Gothic Book" panose="020B0503020102020204" pitchFamily="34" charset="0"/>
              <a:buAutoNum type="alphaUcPeriod"/>
              <a:tabLst/>
              <a:defRPr/>
            </a:pPr>
            <a:r>
              <a:rPr kumimoji="0" lang="en-US" altLang="en-US" sz="2400" b="0" i="0" u="none" strike="noStrike" kern="1200" cap="none" spc="0" normalizeH="0" baseline="0" noProof="0">
                <a:ln>
                  <a:noFill/>
                </a:ln>
                <a:solidFill>
                  <a:srgbClr val="000000"/>
                </a:solidFill>
                <a:effectLst/>
                <a:uLnTx/>
                <a:uFillTx/>
                <a:latin typeface="Perpetua" panose="02020502060401020303" pitchFamily="18" charset="0"/>
                <a:ea typeface="+mn-ea"/>
                <a:cs typeface="+mn-cs"/>
              </a:rPr>
              <a:t>Fundamentals of Database Systems: </a:t>
            </a:r>
            <a:r>
              <a:rPr kumimoji="0" lang="en-US" altLang="en-US" sz="2400" b="0" i="0" u="none" strike="noStrike" kern="1200" cap="none" spc="0" normalizeH="0" baseline="0" noProof="0">
                <a:ln>
                  <a:noFill/>
                </a:ln>
                <a:solidFill>
                  <a:srgbClr val="0000FF"/>
                </a:solidFill>
                <a:effectLst/>
                <a:uLnTx/>
                <a:uFillTx/>
                <a:latin typeface="Perpetua" panose="02020502060401020303" pitchFamily="18" charset="0"/>
                <a:ea typeface="+mn-ea"/>
                <a:cs typeface="+mn-cs"/>
              </a:rPr>
              <a:t>Elmasri (7</a:t>
            </a:r>
            <a:r>
              <a:rPr kumimoji="0" lang="en-US" altLang="en-US" sz="2400" b="0" i="0" u="none" strike="noStrike" kern="1200" cap="none" spc="0" normalizeH="0" baseline="30000" noProof="0">
                <a:ln>
                  <a:noFill/>
                </a:ln>
                <a:solidFill>
                  <a:srgbClr val="0000FF"/>
                </a:solidFill>
                <a:effectLst/>
                <a:uLnTx/>
                <a:uFillTx/>
                <a:latin typeface="Perpetua" panose="02020502060401020303" pitchFamily="18" charset="0"/>
                <a:ea typeface="+mn-ea"/>
                <a:cs typeface="+mn-cs"/>
              </a:rPr>
              <a:t>th</a:t>
            </a:r>
            <a:r>
              <a:rPr kumimoji="0" lang="en-US" altLang="en-US" sz="2400" b="0" i="0" u="none" strike="noStrike" kern="1200" cap="none" spc="0" normalizeH="0" baseline="0" noProof="0">
                <a:ln>
                  <a:noFill/>
                </a:ln>
                <a:solidFill>
                  <a:srgbClr val="0000FF"/>
                </a:solidFill>
                <a:effectLst/>
                <a:uLnTx/>
                <a:uFillTx/>
                <a:latin typeface="Perpetua" panose="02020502060401020303" pitchFamily="18" charset="0"/>
                <a:ea typeface="+mn-ea"/>
                <a:cs typeface="+mn-cs"/>
              </a:rPr>
              <a:t> Ed.)</a:t>
            </a:r>
            <a:r>
              <a:rPr kumimoji="0" lang="en-US" altLang="en-US" sz="2400" b="0" i="0" u="none" strike="noStrike" kern="1200" cap="none" spc="0" normalizeH="0" baseline="0" noProof="0">
                <a:ln>
                  <a:noFill/>
                </a:ln>
                <a:solidFill>
                  <a:srgbClr val="9B2D1F"/>
                </a:solidFill>
                <a:effectLst/>
                <a:uLnTx/>
                <a:uFillTx/>
                <a:latin typeface="Perpetua" panose="02020502060401020303" pitchFamily="18" charset="0"/>
                <a:ea typeface="+mn-ea"/>
                <a:cs typeface="+mn-cs"/>
              </a:rPr>
              <a:t> </a:t>
            </a:r>
          </a:p>
          <a:p>
            <a:pPr marL="457200" marR="0" lvl="0" indent="-457200" algn="l" defTabSz="914400" rtl="0" eaLnBrk="1" fontAlgn="base" latinLnBrk="0" hangingPunct="1">
              <a:lnSpc>
                <a:spcPct val="100000"/>
              </a:lnSpc>
              <a:spcBef>
                <a:spcPts val="575"/>
              </a:spcBef>
              <a:spcAft>
                <a:spcPct val="0"/>
              </a:spcAft>
              <a:buClr>
                <a:srgbClr val="D34817"/>
              </a:buClr>
              <a:buSzPct val="85000"/>
              <a:buFont typeface="Franklin Gothic Book" panose="020B0503020102020204" pitchFamily="34" charset="0"/>
              <a:buAutoNum type="alphaUcPeriod"/>
              <a:tabLst/>
              <a:defRPr/>
            </a:pPr>
            <a:r>
              <a:rPr kumimoji="0" lang="en-US" altLang="en-US" sz="2400" b="0" i="0" u="none" strike="noStrike" kern="1200" cap="none" spc="0" normalizeH="0" baseline="0" noProof="0">
                <a:ln>
                  <a:noFill/>
                </a:ln>
                <a:solidFill>
                  <a:srgbClr val="000000"/>
                </a:solidFill>
                <a:effectLst/>
                <a:uLnTx/>
                <a:uFillTx/>
                <a:latin typeface="Perpetua" panose="02020502060401020303" pitchFamily="18" charset="0"/>
                <a:ea typeface="+mn-ea"/>
                <a:cs typeface="+mn-cs"/>
              </a:rPr>
              <a:t>Database System Concepts: </a:t>
            </a:r>
            <a:r>
              <a:rPr kumimoji="0" lang="en-US" altLang="en-US" sz="2400" b="0" i="0" u="none" strike="noStrike" kern="1200" cap="none" spc="0" normalizeH="0" baseline="0" noProof="0">
                <a:ln>
                  <a:noFill/>
                </a:ln>
                <a:solidFill>
                  <a:srgbClr val="0000FF"/>
                </a:solidFill>
                <a:effectLst/>
                <a:uLnTx/>
                <a:uFillTx/>
                <a:latin typeface="Perpetua" panose="02020502060401020303" pitchFamily="18" charset="0"/>
                <a:ea typeface="+mn-ea"/>
                <a:cs typeface="+mn-cs"/>
              </a:rPr>
              <a:t>Abraham Silberschatz (7</a:t>
            </a:r>
            <a:r>
              <a:rPr kumimoji="0" lang="en-US" altLang="en-US" sz="2400" b="0" i="0" u="none" strike="noStrike" kern="1200" cap="none" spc="0" normalizeH="0" baseline="30000" noProof="0">
                <a:ln>
                  <a:noFill/>
                </a:ln>
                <a:solidFill>
                  <a:srgbClr val="0000FF"/>
                </a:solidFill>
                <a:effectLst/>
                <a:uLnTx/>
                <a:uFillTx/>
                <a:latin typeface="Perpetua" panose="02020502060401020303" pitchFamily="18" charset="0"/>
                <a:ea typeface="+mn-ea"/>
                <a:cs typeface="+mn-cs"/>
              </a:rPr>
              <a:t>th</a:t>
            </a:r>
            <a:r>
              <a:rPr kumimoji="0" lang="en-US" altLang="en-US" sz="2400" b="0" i="0" u="none" strike="noStrike" kern="1200" cap="none" spc="0" normalizeH="0" baseline="0" noProof="0">
                <a:ln>
                  <a:noFill/>
                </a:ln>
                <a:solidFill>
                  <a:srgbClr val="0000FF"/>
                </a:solidFill>
                <a:effectLst/>
                <a:uLnTx/>
                <a:uFillTx/>
                <a:latin typeface="Perpetua" panose="02020502060401020303" pitchFamily="18" charset="0"/>
                <a:ea typeface="+mn-ea"/>
                <a:cs typeface="+mn-cs"/>
              </a:rPr>
              <a:t> Ed.)</a:t>
            </a:r>
          </a:p>
          <a:p>
            <a:pPr marL="457200" marR="0" lvl="0" indent="-457200" algn="l" defTabSz="914400" rtl="0" eaLnBrk="1" fontAlgn="base" latinLnBrk="0" hangingPunct="1">
              <a:lnSpc>
                <a:spcPct val="100000"/>
              </a:lnSpc>
              <a:spcBef>
                <a:spcPts val="575"/>
              </a:spcBef>
              <a:spcAft>
                <a:spcPct val="0"/>
              </a:spcAft>
              <a:buClr>
                <a:srgbClr val="D34817"/>
              </a:buClr>
              <a:buSzPct val="85000"/>
              <a:buFont typeface="Franklin Gothic Book" panose="020B0503020102020204" pitchFamily="34" charset="0"/>
              <a:buAutoNum type="alphaUcPeriod"/>
              <a:tabLst/>
              <a:defRPr/>
            </a:pPr>
            <a:r>
              <a:rPr kumimoji="0" lang="en-US" altLang="en-US" sz="2400" b="0" i="0" u="none" strike="noStrike" kern="1200" cap="none" spc="0" normalizeH="0" baseline="0" noProof="0">
                <a:ln>
                  <a:noFill/>
                </a:ln>
                <a:solidFill>
                  <a:srgbClr val="000000"/>
                </a:solidFill>
                <a:effectLst/>
                <a:uLnTx/>
                <a:uFillTx/>
                <a:latin typeface="Perpetua" panose="02020502060401020303" pitchFamily="18" charset="0"/>
                <a:ea typeface="+mn-ea"/>
                <a:cs typeface="+mn-cs"/>
              </a:rPr>
              <a:t>Databases Illuminated: </a:t>
            </a:r>
            <a:r>
              <a:rPr kumimoji="0" lang="en-US" altLang="en-US" sz="2400" b="0" i="0" u="none" strike="noStrike" kern="1200" cap="none" spc="0" normalizeH="0" baseline="0" noProof="0">
                <a:ln>
                  <a:noFill/>
                </a:ln>
                <a:solidFill>
                  <a:srgbClr val="0000FF"/>
                </a:solidFill>
                <a:effectLst/>
                <a:uLnTx/>
                <a:uFillTx/>
                <a:latin typeface="Perpetua" panose="02020502060401020303" pitchFamily="18" charset="0"/>
                <a:ea typeface="+mn-ea"/>
                <a:cs typeface="+mn-cs"/>
              </a:rPr>
              <a:t>Catherine M. Ricardo (3rd Ed.)</a:t>
            </a:r>
            <a:endParaRPr kumimoji="0" lang="en-US" altLang="en-US" sz="2400" b="0" i="0" u="none" strike="noStrike" kern="1200" cap="none" spc="0" normalizeH="0" baseline="0" noProof="0">
              <a:ln>
                <a:noFill/>
              </a:ln>
              <a:solidFill>
                <a:srgbClr val="9B2D1F"/>
              </a:solidFill>
              <a:effectLst/>
              <a:uLnTx/>
              <a:uFillTx/>
              <a:latin typeface="Perpetua" panose="02020502060401020303" pitchFamily="18" charset="0"/>
              <a:ea typeface="+mn-ea"/>
              <a:cs typeface="+mn-cs"/>
            </a:endParaRPr>
          </a:p>
        </p:txBody>
      </p:sp>
      <p:graphicFrame>
        <p:nvGraphicFramePr>
          <p:cNvPr id="2" name="Table 1">
            <a:extLst>
              <a:ext uri="{FF2B5EF4-FFF2-40B4-BE49-F238E27FC236}">
                <a16:creationId xmlns:a16="http://schemas.microsoft.com/office/drawing/2014/main" id="{0126F7C9-B62A-24E8-1C19-746D60B1C8FF}"/>
              </a:ext>
            </a:extLst>
          </p:cNvPr>
          <p:cNvGraphicFramePr>
            <a:graphicFrameLocks noGrp="1"/>
          </p:cNvGraphicFramePr>
          <p:nvPr>
            <p:extLst>
              <p:ext uri="{D42A27DB-BD31-4B8C-83A1-F6EECF244321}">
                <p14:modId xmlns:p14="http://schemas.microsoft.com/office/powerpoint/2010/main" val="1198170512"/>
              </p:ext>
            </p:extLst>
          </p:nvPr>
        </p:nvGraphicFramePr>
        <p:xfrm>
          <a:off x="1547813" y="3429000"/>
          <a:ext cx="5832475" cy="3200400"/>
        </p:xfrm>
        <a:graphic>
          <a:graphicData uri="http://schemas.openxmlformats.org/drawingml/2006/table">
            <a:tbl>
              <a:tblPr firstRow="1" bandRow="1">
                <a:tableStyleId>{5C22544A-7EE6-4342-B048-85BDC9FD1C3A}</a:tableStyleId>
              </a:tblPr>
              <a:tblGrid>
                <a:gridCol w="1008082">
                  <a:extLst>
                    <a:ext uri="{9D8B030D-6E8A-4147-A177-3AD203B41FA5}">
                      <a16:colId xmlns:a16="http://schemas.microsoft.com/office/drawing/2014/main" val="20000"/>
                    </a:ext>
                  </a:extLst>
                </a:gridCol>
                <a:gridCol w="4824393">
                  <a:extLst>
                    <a:ext uri="{9D8B030D-6E8A-4147-A177-3AD203B41FA5}">
                      <a16:colId xmlns:a16="http://schemas.microsoft.com/office/drawing/2014/main" val="20001"/>
                    </a:ext>
                  </a:extLst>
                </a:gridCol>
              </a:tblGrid>
              <a:tr h="431970">
                <a:tc>
                  <a:txBody>
                    <a:bodyPr/>
                    <a:lstStyle/>
                    <a:p>
                      <a:pPr algn="ctr"/>
                      <a:r>
                        <a:rPr lang="en-US" sz="2400" dirty="0">
                          <a:solidFill>
                            <a:srgbClr val="FFFF00"/>
                          </a:solidFill>
                        </a:rPr>
                        <a:t>Book</a:t>
                      </a:r>
                    </a:p>
                  </a:txBody>
                  <a:tcPr marL="91437" marR="91437"/>
                </a:tc>
                <a:tc>
                  <a:txBody>
                    <a:bodyPr/>
                    <a:lstStyle/>
                    <a:p>
                      <a:pPr algn="ctr"/>
                      <a:r>
                        <a:rPr lang="en-US" sz="2400" dirty="0">
                          <a:solidFill>
                            <a:srgbClr val="FFFF00"/>
                          </a:solidFill>
                        </a:rPr>
                        <a:t>Section(s) / Chapter</a:t>
                      </a:r>
                    </a:p>
                  </a:txBody>
                  <a:tcPr marL="91437" marR="91437"/>
                </a:tc>
                <a:extLst>
                  <a:ext uri="{0D108BD9-81ED-4DB2-BD59-A6C34878D82A}">
                    <a16:rowId xmlns:a16="http://schemas.microsoft.com/office/drawing/2014/main" val="10000"/>
                  </a:ext>
                </a:extLst>
              </a:tr>
              <a:tr h="431970">
                <a:tc>
                  <a:txBody>
                    <a:bodyPr/>
                    <a:lstStyle/>
                    <a:p>
                      <a:pPr algn="ctr"/>
                      <a:r>
                        <a:rPr lang="en-US" sz="2400" b="0" dirty="0">
                          <a:solidFill>
                            <a:schemeClr val="tx1"/>
                          </a:solidFill>
                        </a:rPr>
                        <a:t>A</a:t>
                      </a:r>
                    </a:p>
                  </a:txBody>
                  <a:tcPr marL="91437" marR="91437"/>
                </a:tc>
                <a:tc>
                  <a:txBody>
                    <a:bodyPr/>
                    <a:lstStyle/>
                    <a:p>
                      <a:pPr algn="l"/>
                      <a:endParaRPr lang="en-US" sz="2400" b="0" dirty="0">
                        <a:solidFill>
                          <a:schemeClr val="tx1"/>
                        </a:solidFill>
                      </a:endParaRPr>
                    </a:p>
                  </a:txBody>
                  <a:tcPr marL="91437" marR="91437"/>
                </a:tc>
                <a:extLst>
                  <a:ext uri="{0D108BD9-81ED-4DB2-BD59-A6C34878D82A}">
                    <a16:rowId xmlns:a16="http://schemas.microsoft.com/office/drawing/2014/main" val="10001"/>
                  </a:ext>
                </a:extLst>
              </a:tr>
              <a:tr h="431970">
                <a:tc>
                  <a:txBody>
                    <a:bodyPr/>
                    <a:lstStyle/>
                    <a:p>
                      <a:pPr algn="ctr"/>
                      <a:r>
                        <a:rPr lang="en-US" sz="2400" dirty="0"/>
                        <a:t>B</a:t>
                      </a:r>
                    </a:p>
                  </a:txBody>
                  <a:tcPr marL="91437" marR="91437"/>
                </a:tc>
                <a:tc>
                  <a:txBody>
                    <a:bodyPr/>
                    <a:lstStyle/>
                    <a:p>
                      <a:pPr algn="l"/>
                      <a:endParaRPr lang="en-US" sz="2400" dirty="0"/>
                    </a:p>
                  </a:txBody>
                  <a:tcPr marL="91437" marR="91437"/>
                </a:tc>
                <a:extLst>
                  <a:ext uri="{0D108BD9-81ED-4DB2-BD59-A6C34878D82A}">
                    <a16:rowId xmlns:a16="http://schemas.microsoft.com/office/drawing/2014/main" val="10002"/>
                  </a:ext>
                </a:extLst>
              </a:tr>
              <a:tr h="431970">
                <a:tc>
                  <a:txBody>
                    <a:bodyPr/>
                    <a:lstStyle/>
                    <a:p>
                      <a:pPr algn="ctr"/>
                      <a:r>
                        <a:rPr lang="en-US" sz="2400" dirty="0"/>
                        <a:t>C</a:t>
                      </a:r>
                    </a:p>
                  </a:txBody>
                  <a:tcPr marL="91437" marR="91437"/>
                </a:tc>
                <a:tc>
                  <a:txBody>
                    <a:bodyPr/>
                    <a:lstStyle/>
                    <a:p>
                      <a:pPr algn="l"/>
                      <a:endParaRPr lang="en-US" sz="2400" dirty="0"/>
                    </a:p>
                  </a:txBody>
                  <a:tcPr marL="91437" marR="91437"/>
                </a:tc>
                <a:extLst>
                  <a:ext uri="{0D108BD9-81ED-4DB2-BD59-A6C34878D82A}">
                    <a16:rowId xmlns:a16="http://schemas.microsoft.com/office/drawing/2014/main" val="10003"/>
                  </a:ext>
                </a:extLst>
              </a:tr>
              <a:tr h="431970">
                <a:tc>
                  <a:txBody>
                    <a:bodyPr/>
                    <a:lstStyle/>
                    <a:p>
                      <a:pPr algn="ctr"/>
                      <a:r>
                        <a:rPr lang="en-US" sz="2400" dirty="0"/>
                        <a:t>D</a:t>
                      </a:r>
                    </a:p>
                  </a:txBody>
                  <a:tcPr marL="91437" marR="91437"/>
                </a:tc>
                <a:tc>
                  <a:txBody>
                    <a:bodyPr/>
                    <a:lstStyle/>
                    <a:p>
                      <a:pPr algn="l"/>
                      <a:endParaRPr lang="en-US" sz="2400" dirty="0"/>
                    </a:p>
                  </a:txBody>
                  <a:tcPr marL="91437" marR="91437"/>
                </a:tc>
                <a:extLst>
                  <a:ext uri="{0D108BD9-81ED-4DB2-BD59-A6C34878D82A}">
                    <a16:rowId xmlns:a16="http://schemas.microsoft.com/office/drawing/2014/main" val="10004"/>
                  </a:ext>
                </a:extLst>
              </a:tr>
              <a:tr h="431970">
                <a:tc>
                  <a:txBody>
                    <a:bodyPr/>
                    <a:lstStyle/>
                    <a:p>
                      <a:pPr algn="ctr"/>
                      <a:r>
                        <a:rPr lang="en-US" sz="2400" dirty="0"/>
                        <a:t>E</a:t>
                      </a:r>
                    </a:p>
                  </a:txBody>
                  <a:tcPr marL="91437" marR="91437"/>
                </a:tc>
                <a:tc>
                  <a:txBody>
                    <a:bodyPr/>
                    <a:lstStyle/>
                    <a:p>
                      <a:pPr algn="l"/>
                      <a:endParaRPr lang="en-US" sz="2400" dirty="0"/>
                    </a:p>
                  </a:txBody>
                  <a:tcPr marL="91437" marR="91437"/>
                </a:tc>
                <a:extLst>
                  <a:ext uri="{0D108BD9-81ED-4DB2-BD59-A6C34878D82A}">
                    <a16:rowId xmlns:a16="http://schemas.microsoft.com/office/drawing/2014/main" val="10005"/>
                  </a:ext>
                </a:extLst>
              </a:tr>
              <a:tr h="431970">
                <a:tc>
                  <a:txBody>
                    <a:bodyPr/>
                    <a:lstStyle/>
                    <a:p>
                      <a:pPr algn="ctr"/>
                      <a:r>
                        <a:rPr lang="en-US" sz="2400" dirty="0"/>
                        <a:t>F</a:t>
                      </a:r>
                    </a:p>
                  </a:txBody>
                  <a:tcPr marL="91437" marR="91437"/>
                </a:tc>
                <a:tc>
                  <a:txBody>
                    <a:bodyPr/>
                    <a:lstStyle/>
                    <a:p>
                      <a:pPr algn="l"/>
                      <a:endParaRPr lang="en-US" sz="2400" dirty="0"/>
                    </a:p>
                  </a:txBody>
                  <a:tcPr marL="91437" marR="91437"/>
                </a:tc>
                <a:extLst>
                  <a:ext uri="{0D108BD9-81ED-4DB2-BD59-A6C34878D82A}">
                    <a16:rowId xmlns:a16="http://schemas.microsoft.com/office/drawing/2014/main" val="10006"/>
                  </a:ext>
                </a:extLst>
              </a:tr>
            </a:tbl>
          </a:graphicData>
        </a:graphic>
      </p:graphicFrame>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2">
            <a:extLst>
              <a:ext uri="{FF2B5EF4-FFF2-40B4-BE49-F238E27FC236}">
                <a16:creationId xmlns:a16="http://schemas.microsoft.com/office/drawing/2014/main" id="{3F131D2E-1643-2B0B-13E6-73A2652C4A13}"/>
              </a:ext>
            </a:extLst>
          </p:cNvPr>
          <p:cNvSpPr>
            <a:spLocks noGrp="1" noChangeArrowheads="1"/>
          </p:cNvSpPr>
          <p:nvPr>
            <p:ph type="title"/>
          </p:nvPr>
        </p:nvSpPr>
        <p:spPr>
          <a:xfrm>
            <a:off x="395288" y="1628775"/>
            <a:ext cx="8277225" cy="1219200"/>
          </a:xfrm>
        </p:spPr>
        <p:txBody>
          <a:bodyPr/>
          <a:lstStyle/>
          <a:p>
            <a:pPr algn="ctr" eaLnBrk="1" hangingPunct="1"/>
            <a:br>
              <a:rPr lang="de-AT" altLang="en-US" sz="3600">
                <a:latin typeface="Georgia" panose="02040502050405020303" pitchFamily="18" charset="0"/>
              </a:rPr>
            </a:br>
            <a:r>
              <a:rPr lang="de-AT" altLang="en-US" sz="3600">
                <a:latin typeface="Georgia" panose="02040502050405020303" pitchFamily="18" charset="0"/>
              </a:rPr>
              <a:t>Thank you for your attention.</a:t>
            </a:r>
          </a:p>
        </p:txBody>
      </p:sp>
      <p:sp>
        <p:nvSpPr>
          <p:cNvPr id="97283" name="Rectangle 8">
            <a:extLst>
              <a:ext uri="{FF2B5EF4-FFF2-40B4-BE49-F238E27FC236}">
                <a16:creationId xmlns:a16="http://schemas.microsoft.com/office/drawing/2014/main" id="{1D2A0AC3-EA23-63ED-82E3-AC533EA2B5C5}"/>
              </a:ext>
            </a:extLst>
          </p:cNvPr>
          <p:cNvSpPr>
            <a:spLocks noChangeArrowheads="1"/>
          </p:cNvSpPr>
          <p:nvPr/>
        </p:nvSpPr>
        <p:spPr bwMode="auto">
          <a:xfrm>
            <a:off x="2362200" y="3962400"/>
            <a:ext cx="4495800" cy="2130425"/>
          </a:xfrm>
          <a:prstGeom prst="rect">
            <a:avLst/>
          </a:prstGeom>
          <a:solidFill>
            <a:srgbClr val="FFFFCC"/>
          </a:solidFill>
          <a:ln w="38100">
            <a:solidFill>
              <a:srgbClr val="800000"/>
            </a:solidFill>
            <a:miter lim="800000"/>
            <a:headEnd/>
            <a:tailEnd/>
          </a:ln>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solidFill>
                <a:srgbClr val="000000"/>
              </a:solidFill>
            </a:endParaRPr>
          </a:p>
        </p:txBody>
      </p:sp>
      <p:sp>
        <p:nvSpPr>
          <p:cNvPr id="97284" name="Rectangle 9">
            <a:extLst>
              <a:ext uri="{FF2B5EF4-FFF2-40B4-BE49-F238E27FC236}">
                <a16:creationId xmlns:a16="http://schemas.microsoft.com/office/drawing/2014/main" id="{102F474F-E7C3-2B43-FC45-D92EEF1DA7C5}"/>
              </a:ext>
            </a:extLst>
          </p:cNvPr>
          <p:cNvSpPr>
            <a:spLocks noChangeArrowheads="1"/>
          </p:cNvSpPr>
          <p:nvPr/>
        </p:nvSpPr>
        <p:spPr bwMode="auto">
          <a:xfrm>
            <a:off x="539750" y="2276475"/>
            <a:ext cx="7772400" cy="1439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endParaRPr lang="en-US" altLang="en-US" sz="2400" dirty="0">
              <a:solidFill>
                <a:srgbClr val="000000"/>
              </a:solidFill>
            </a:endParaRPr>
          </a:p>
          <a:p>
            <a:pPr eaLnBrk="1" hangingPunct="1"/>
            <a:endParaRPr lang="en-US" altLang="en-US" sz="2400" dirty="0">
              <a:solidFill>
                <a:srgbClr val="000000"/>
              </a:solidFill>
            </a:endParaRPr>
          </a:p>
          <a:p>
            <a:pPr eaLnBrk="1" hangingPunct="1"/>
            <a:endParaRPr lang="en-US" altLang="en-US" sz="2400" dirty="0">
              <a:solidFill>
                <a:srgbClr val="000000"/>
              </a:solidFill>
            </a:endParaRPr>
          </a:p>
          <a:p>
            <a:pPr eaLnBrk="1" hangingPunct="1"/>
            <a:endParaRPr lang="en-US" altLang="en-US" sz="2400" dirty="0">
              <a:solidFill>
                <a:srgbClr val="000000"/>
              </a:solidFill>
            </a:endParaRPr>
          </a:p>
          <a:p>
            <a:pPr eaLnBrk="1" hangingPunct="1">
              <a:buFontTx/>
              <a:buNone/>
            </a:pPr>
            <a:r>
              <a:rPr lang="de-AT" altLang="en-US" sz="900" b="1" dirty="0">
                <a:solidFill>
                  <a:srgbClr val="000066"/>
                </a:solidFill>
              </a:rPr>
              <a:t>			</a:t>
            </a:r>
            <a:r>
              <a:rPr lang="de-AT" altLang="en-US" sz="2400" b="1" dirty="0">
                <a:solidFill>
                  <a:srgbClr val="3333CC"/>
                </a:solidFill>
                <a:latin typeface="Georgia" panose="02040502050405020303" pitchFamily="18" charset="0"/>
              </a:rPr>
              <a:t>Dr. Asif Sohail</a:t>
            </a:r>
            <a:endParaRPr lang="de-AT" altLang="en-US" sz="1200" b="1" dirty="0">
              <a:solidFill>
                <a:srgbClr val="3333CC"/>
              </a:solidFill>
              <a:latin typeface="Georgia" panose="02040502050405020303" pitchFamily="18" charset="0"/>
            </a:endParaRPr>
          </a:p>
          <a:p>
            <a:pPr eaLnBrk="1" hangingPunct="1">
              <a:buFontTx/>
              <a:buNone/>
            </a:pPr>
            <a:r>
              <a:rPr lang="de-AT" altLang="en-US" sz="1200" b="1" dirty="0">
                <a:solidFill>
                  <a:srgbClr val="0000FF"/>
                </a:solidFill>
                <a:latin typeface="Georgia" panose="02040502050405020303" pitchFamily="18" charset="0"/>
              </a:rPr>
              <a:t>			</a:t>
            </a:r>
          </a:p>
          <a:p>
            <a:pPr eaLnBrk="1" hangingPunct="1">
              <a:buFontTx/>
              <a:buNone/>
            </a:pPr>
            <a:r>
              <a:rPr lang="de-AT" altLang="en-US" sz="1200" b="1" dirty="0">
                <a:solidFill>
                  <a:srgbClr val="0000FF"/>
                </a:solidFill>
                <a:latin typeface="Georgia" panose="02040502050405020303" pitchFamily="18" charset="0"/>
              </a:rPr>
              <a:t>			</a:t>
            </a:r>
            <a:r>
              <a:rPr lang="de-AT" altLang="en-US" sz="1200" b="1" dirty="0">
                <a:solidFill>
                  <a:srgbClr val="800000"/>
                </a:solidFill>
                <a:latin typeface="Georgia" panose="02040502050405020303" pitchFamily="18" charset="0"/>
              </a:rPr>
              <a:t>Assistant Professor</a:t>
            </a:r>
            <a:endParaRPr lang="de-AT" altLang="en-US" sz="1200" dirty="0">
              <a:solidFill>
                <a:srgbClr val="800000"/>
              </a:solidFill>
              <a:latin typeface="Georgia" panose="02040502050405020303" pitchFamily="18" charset="0"/>
            </a:endParaRPr>
          </a:p>
          <a:p>
            <a:pPr eaLnBrk="1" hangingPunct="1">
              <a:buFontTx/>
              <a:buNone/>
            </a:pPr>
            <a:r>
              <a:rPr lang="de-AT" altLang="en-US" sz="1200" b="1" dirty="0">
                <a:solidFill>
                  <a:srgbClr val="0000FF"/>
                </a:solidFill>
                <a:latin typeface="Georgia" panose="02040502050405020303" pitchFamily="18" charset="0"/>
              </a:rPr>
              <a:t>			</a:t>
            </a:r>
            <a:r>
              <a:rPr lang="de-AT" altLang="en-US" sz="1200" dirty="0">
                <a:solidFill>
                  <a:srgbClr val="0000FF"/>
                </a:solidFill>
                <a:latin typeface="Georgia" panose="02040502050405020303" pitchFamily="18" charset="0"/>
              </a:rPr>
              <a:t>Department of Information Technology,</a:t>
            </a:r>
          </a:p>
          <a:p>
            <a:pPr eaLnBrk="1" hangingPunct="1">
              <a:buFontTx/>
              <a:buNone/>
            </a:pPr>
            <a:r>
              <a:rPr lang="de-AT" altLang="en-US" sz="1200" dirty="0">
                <a:solidFill>
                  <a:srgbClr val="0000FF"/>
                </a:solidFill>
                <a:latin typeface="Georgia" panose="02040502050405020303" pitchFamily="18" charset="0"/>
              </a:rPr>
              <a:t>			Faculty of Computing and Information Technology (FCIT)</a:t>
            </a:r>
          </a:p>
          <a:p>
            <a:pPr eaLnBrk="1" hangingPunct="1">
              <a:buFontTx/>
              <a:buNone/>
            </a:pPr>
            <a:r>
              <a:rPr lang="de-AT" altLang="en-US" sz="1200" dirty="0">
                <a:solidFill>
                  <a:srgbClr val="0000FF"/>
                </a:solidFill>
                <a:latin typeface="Georgia" panose="02040502050405020303" pitchFamily="18" charset="0"/>
              </a:rPr>
              <a:t>			University of the Punjab, Lahore, Pakistan</a:t>
            </a:r>
          </a:p>
          <a:p>
            <a:pPr eaLnBrk="1" hangingPunct="1">
              <a:buFontTx/>
              <a:buNone/>
            </a:pPr>
            <a:r>
              <a:rPr lang="de-AT" altLang="en-US" sz="1200" b="1" dirty="0">
                <a:solidFill>
                  <a:srgbClr val="0000FF"/>
                </a:solidFill>
                <a:latin typeface="Georgia" panose="02040502050405020303" pitchFamily="18" charset="0"/>
              </a:rPr>
              <a:t>	</a:t>
            </a:r>
            <a:r>
              <a:rPr lang="de-AT" altLang="en-US" sz="1200" dirty="0">
                <a:solidFill>
                  <a:srgbClr val="0000FF"/>
                </a:solidFill>
                <a:latin typeface="Georgia" panose="02040502050405020303" pitchFamily="18" charset="0"/>
              </a:rPr>
              <a:t>		Tel:                  +92-(0)42-111-923-923    Ext. </a:t>
            </a:r>
            <a:r>
              <a:rPr lang="de-AT" altLang="en-US" sz="1200" dirty="0">
                <a:solidFill>
                  <a:srgbClr val="0000FF"/>
                </a:solidFill>
                <a:latin typeface="Times New Roman" panose="02020603050405020304" pitchFamily="18" charset="0"/>
              </a:rPr>
              <a:t>154</a:t>
            </a:r>
          </a:p>
          <a:p>
            <a:pPr eaLnBrk="1" hangingPunct="1">
              <a:buFontTx/>
              <a:buNone/>
            </a:pPr>
            <a:r>
              <a:rPr lang="de-AT" altLang="en-US" sz="1200" dirty="0">
                <a:solidFill>
                  <a:srgbClr val="0000FF"/>
                </a:solidFill>
                <a:latin typeface="Georgia" panose="02040502050405020303" pitchFamily="18" charset="0"/>
              </a:rPr>
              <a:t>			E-mail:           asif@pucit.edu.pk</a:t>
            </a:r>
          </a:p>
          <a:p>
            <a:pPr eaLnBrk="1" hangingPunct="1"/>
            <a:endParaRPr lang="en-US" altLang="en-US" sz="1200" dirty="0">
              <a:solidFill>
                <a:srgbClr val="0000FF"/>
              </a:solidFill>
              <a:latin typeface="Georgia" panose="02040502050405020303" pitchFamily="18" charset="0"/>
            </a:endParaRPr>
          </a:p>
        </p:txBody>
      </p:sp>
      <p:pic>
        <p:nvPicPr>
          <p:cNvPr id="2" name="Picture 10">
            <a:extLst>
              <a:ext uri="{FF2B5EF4-FFF2-40B4-BE49-F238E27FC236}">
                <a16:creationId xmlns:a16="http://schemas.microsoft.com/office/drawing/2014/main" id="{C2E2F7CA-C894-0B39-5274-12A5FB95B86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67625" y="0"/>
            <a:ext cx="803275" cy="1125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Picture 12">
            <a:extLst>
              <a:ext uri="{FF2B5EF4-FFF2-40B4-BE49-F238E27FC236}">
                <a16:creationId xmlns:a16="http://schemas.microsoft.com/office/drawing/2014/main" id="{28D636A8-6BC8-F0E1-72F9-45439E09D87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08038" y="0"/>
            <a:ext cx="955675" cy="1125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theme/_rels/theme4.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tandarddesign">
  <a:themeElements>
    <a:clrScheme name="Standard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Standard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Standarddesign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Standard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Standarddesign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Standarddesign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Standard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Standard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Standard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1_Standarddesign">
  <a:themeElements>
    <a:clrScheme name="Standard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Standard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Standarddesign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Standard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Standarddesign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Standarddesign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Standard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Standard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Standard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2_Standarddesign">
  <a:themeElements>
    <a:clrScheme name="Standard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Standard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Standarddesign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Standard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Standarddesign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Standarddesign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Standard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Standard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Standard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Equity">
  <a:themeElements>
    <a:clrScheme name="Equity">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Equity">
      <a:majorFont>
        <a:latin typeface="Franklin Gothic Book"/>
        <a:ea typeface=""/>
        <a:cs typeface=""/>
        <a:font script="Grek" typeface="Calibri"/>
        <a:font script="Cyrl" typeface="Calibri"/>
        <a:font script="Jpan" typeface="HGｺﾞｼｯｸM"/>
        <a:font script="Hang" typeface="바탕"/>
        <a:font script="Hans" typeface="幼圆"/>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Perpetua"/>
        <a:ea typeface=""/>
        <a:cs typeface=""/>
        <a:font script="Grek" typeface="Cambria"/>
        <a:font script="Cyrl" typeface="Cambria"/>
        <a:font script="Jpan" typeface="HG創英ﾌﾟﾚｾﾞﾝｽEB"/>
        <a:font script="Hang" typeface="맑은 고딕"/>
        <a:font script="Hans" typeface="宋体"/>
        <a:font script="Hant" typeface="新細明體"/>
        <a:font script="Arab" typeface="Times New Roman"/>
        <a:font script="Hebr" typeface="Aharoni"/>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Equity">
      <a:fillStyleLst>
        <a:solidFill>
          <a:schemeClr val="phClr"/>
        </a:solidFill>
        <a:blipFill>
          <a:blip xmlns:r="http://schemas.openxmlformats.org/officeDocument/2006/relationships" r:embed="rId1">
            <a:duotone>
              <a:schemeClr val="phClr">
                <a:tint val="30000"/>
                <a:satMod val="300000"/>
              </a:schemeClr>
              <a:schemeClr val="phClr">
                <a:tint val="40000"/>
                <a:satMod val="200000"/>
              </a:schemeClr>
            </a:duotone>
          </a:blip>
          <a:tile tx="0" ty="0" sx="70000" sy="70000" flip="none" algn="ctr"/>
        </a:blipFill>
        <a:blipFill>
          <a:blip xmlns:r="http://schemas.openxmlformats.org/officeDocument/2006/relationships" r:embed="rId1">
            <a:duotone>
              <a:schemeClr val="phClr">
                <a:shade val="22000"/>
                <a:satMod val="160000"/>
              </a:schemeClr>
              <a:schemeClr val="phClr">
                <a:shade val="45000"/>
                <a:satMod val="100000"/>
              </a:schemeClr>
            </a:duotone>
          </a:blip>
          <a:tile tx="0" ty="0" sx="65000" sy="65000" flip="none" algn="ctr"/>
        </a:blipFill>
      </a:fillStyleLst>
      <a:lnStyleLst>
        <a:ln w="9525" cap="flat" cmpd="sng" algn="ctr">
          <a:solidFill>
            <a:schemeClr val="phClr">
              <a:shade val="60000"/>
              <a:satMod val="110000"/>
            </a:schemeClr>
          </a:solidFill>
          <a:prstDash val="solid"/>
        </a:ln>
        <a:ln w="127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algn="t" rotWithShape="0">
              <a:srgbClr val="000000">
                <a:alpha val="50000"/>
              </a:srgbClr>
            </a:outerShdw>
          </a:effectLst>
        </a:effectStyle>
        <a:effectStyle>
          <a:effectLst>
            <a:outerShdw blurRad="38100" dist="25400" dir="5400000" algn="t" rotWithShape="0">
              <a:srgbClr val="000000">
                <a:alpha val="50000"/>
              </a:srgbClr>
            </a:outerShdw>
          </a:effectLst>
        </a:effectStyle>
        <a:effectStyle>
          <a:effectLst>
            <a:outerShdw blurRad="50800" dist="50800" dir="5400000" algn="t" rotWithShape="0">
              <a:srgbClr val="000000">
                <a:alpha val="60000"/>
              </a:srgbClr>
            </a:outerShdw>
          </a:effectLst>
          <a:scene3d>
            <a:camera prst="isometricBottomUp" fov="0">
              <a:rot lat="0" lon="0" rev="0"/>
            </a:camera>
            <a:lightRig rig="soft" dir="b">
              <a:rot lat="0" lon="0" rev="9000000"/>
            </a:lightRig>
          </a:scene3d>
          <a:sp3d contourW="35000" prstMaterial="matte">
            <a:bevelT w="45000" h="38100" prst="convex"/>
            <a:contourClr>
              <a:schemeClr val="phClr">
                <a:tint val="10000"/>
                <a:satMod val="130000"/>
              </a:schemeClr>
            </a:contourClr>
          </a:sp3d>
        </a:effectStyle>
      </a:effectStyleLst>
      <a:bgFillStyleLst>
        <a:solidFill>
          <a:schemeClr val="phClr"/>
        </a:solidFill>
        <a:gradFill rotWithShape="1">
          <a:gsLst>
            <a:gs pos="0">
              <a:schemeClr val="phClr">
                <a:shade val="40000"/>
                <a:satMod val="165000"/>
              </a:schemeClr>
            </a:gs>
            <a:gs pos="50000">
              <a:schemeClr val="phClr">
                <a:shade val="80000"/>
                <a:satMod val="155000"/>
              </a:schemeClr>
            </a:gs>
            <a:gs pos="100000">
              <a:schemeClr val="phClr">
                <a:tint val="95000"/>
                <a:satMod val="200000"/>
              </a:schemeClr>
            </a:gs>
          </a:gsLst>
          <a:lin ang="16200000" scaled="1"/>
        </a:gradFill>
        <a:blipFill>
          <a:blip xmlns:r="http://schemas.openxmlformats.org/officeDocument/2006/relationships" r:embed="rId1">
            <a:duotone>
              <a:schemeClr val="phClr">
                <a:tint val="95000"/>
                <a:satMod val="200000"/>
              </a:schemeClr>
              <a:schemeClr val="phClr">
                <a:shade val="80000"/>
                <a:satMod val="100000"/>
              </a:schemeClr>
            </a:duotone>
          </a:blip>
          <a:tile tx="0" ty="0" sx="55000" sy="55000" flip="none" algn="tl"/>
        </a:blipFill>
      </a:bgFillStyleLst>
    </a:fmtScheme>
  </a:themeElements>
  <a:objectDefaults/>
  <a:extraClrSchemeLst/>
</a:theme>
</file>

<file path=ppt/theme/theme5.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Overload Protection</Template>
  <TotalTime>21238</TotalTime>
  <Words>4135</Words>
  <Application>Microsoft Office PowerPoint</Application>
  <PresentationFormat>On-screen Show (4:3)</PresentationFormat>
  <Paragraphs>555</Paragraphs>
  <Slides>42</Slides>
  <Notes>3</Notes>
  <HiddenSlides>0</HiddenSlides>
  <MMClips>0</MMClips>
  <ScaleCrop>false</ScaleCrop>
  <HeadingPairs>
    <vt:vector size="6" baseType="variant">
      <vt:variant>
        <vt:lpstr>Fonts Used</vt:lpstr>
      </vt:variant>
      <vt:variant>
        <vt:i4>8</vt:i4>
      </vt:variant>
      <vt:variant>
        <vt:lpstr>Theme</vt:lpstr>
      </vt:variant>
      <vt:variant>
        <vt:i4>4</vt:i4>
      </vt:variant>
      <vt:variant>
        <vt:lpstr>Slide Titles</vt:lpstr>
      </vt:variant>
      <vt:variant>
        <vt:i4>42</vt:i4>
      </vt:variant>
    </vt:vector>
  </HeadingPairs>
  <TitlesOfParts>
    <vt:vector size="54" baseType="lpstr">
      <vt:lpstr>Arial</vt:lpstr>
      <vt:lpstr>Calibri</vt:lpstr>
      <vt:lpstr>Franklin Gothic Book</vt:lpstr>
      <vt:lpstr>Georgia</vt:lpstr>
      <vt:lpstr>Perpetua</vt:lpstr>
      <vt:lpstr>Times New Roman</vt:lpstr>
      <vt:lpstr>Wingdings</vt:lpstr>
      <vt:lpstr>Wingdings 2</vt:lpstr>
      <vt:lpstr>Standarddesign</vt:lpstr>
      <vt:lpstr>1_Standarddesign</vt:lpstr>
      <vt:lpstr>2_Standarddesign</vt:lpstr>
      <vt:lpstr>Equity</vt:lpstr>
      <vt:lpstr>Unit - 10 Normalization</vt:lpstr>
      <vt:lpstr>Introduction</vt:lpstr>
      <vt:lpstr>Introduction</vt:lpstr>
      <vt:lpstr>Introduction</vt:lpstr>
      <vt:lpstr>Introduction</vt:lpstr>
      <vt:lpstr>Introduction</vt:lpstr>
      <vt:lpstr>Functional Dependency (FD)</vt:lpstr>
      <vt:lpstr>Functional Dependency (FD)</vt:lpstr>
      <vt:lpstr>Normal Forms</vt:lpstr>
      <vt:lpstr>PowerPoint Presentation</vt:lpstr>
      <vt:lpstr>First Normal Form (1NF)  </vt:lpstr>
      <vt:lpstr>First Normal Form (1NF)  </vt:lpstr>
      <vt:lpstr>First Normal Form (1NF)  </vt:lpstr>
      <vt:lpstr>First Normal Form (1NF)  </vt:lpstr>
      <vt:lpstr>First Normal Form (1NF)  </vt:lpstr>
      <vt:lpstr>First Normal Form (1NF)  </vt:lpstr>
      <vt:lpstr>Second Normal Form (2NF)  </vt:lpstr>
      <vt:lpstr>Second Normal Form (2NF)  </vt:lpstr>
      <vt:lpstr>Second Normal Form (2NF)  </vt:lpstr>
      <vt:lpstr>Second Normal Form (2NF)  </vt:lpstr>
      <vt:lpstr>Second Normal Form (2NF)  </vt:lpstr>
      <vt:lpstr>Third Normal Form (3NF)  </vt:lpstr>
      <vt:lpstr>Third Normal Form (3NF)  </vt:lpstr>
      <vt:lpstr>Third Normal Form (3NF)  </vt:lpstr>
      <vt:lpstr>Normalization - Exercise</vt:lpstr>
      <vt:lpstr>Boyce-Codd Normal Form (BCNF)  </vt:lpstr>
      <vt:lpstr>Boyce-Codd Normal Form (BCNF)  </vt:lpstr>
      <vt:lpstr>Boyce-Codd Normal Form (BCNF)  </vt:lpstr>
      <vt:lpstr>Boyce-Codd Normal Form (BCNF)  </vt:lpstr>
      <vt:lpstr>Boyce-Codd Normal Form (BCNF)  </vt:lpstr>
      <vt:lpstr>Boyce-Codd Normal Form (BCNF)  </vt:lpstr>
      <vt:lpstr>Fourth Normal Form (4NF)  </vt:lpstr>
      <vt:lpstr>Fourth Normal Form (4NF)  </vt:lpstr>
      <vt:lpstr>Fourth Normal Form (4NF)  </vt:lpstr>
      <vt:lpstr>Fifth Normal Form (5NF)  </vt:lpstr>
      <vt:lpstr>Fifth Normal Form (5NF)  </vt:lpstr>
      <vt:lpstr>Fifth Normal Form (5NF)  </vt:lpstr>
      <vt:lpstr>Fifth Normal Form (5NF)  </vt:lpstr>
      <vt:lpstr>Fifth Normal Form (5NF)  </vt:lpstr>
      <vt:lpstr>Guidelines  </vt:lpstr>
      <vt:lpstr>Reading Material</vt:lpstr>
      <vt:lpstr> Thank you for your attention.</vt:lpstr>
    </vt:vector>
  </TitlesOfParts>
  <Company>TU - Wien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Analytical Model for Performance Measurement of Queueing Systems</dc:title>
  <dc:creator>ssarwar</dc:creator>
  <cp:lastModifiedBy>Asif Sohail</cp:lastModifiedBy>
  <cp:revision>846</cp:revision>
  <dcterms:created xsi:type="dcterms:W3CDTF">2006-05-17T12:38:56Z</dcterms:created>
  <dcterms:modified xsi:type="dcterms:W3CDTF">2024-12-10T12:54:11Z</dcterms:modified>
</cp:coreProperties>
</file>